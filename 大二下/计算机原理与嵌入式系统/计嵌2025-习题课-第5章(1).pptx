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1" r:id="rId1"/>
  </p:sldMasterIdLst>
  <p:notesMasterIdLst>
    <p:notesMasterId r:id="rId16"/>
  </p:notesMasterIdLst>
  <p:sldIdLst>
    <p:sldId id="256" r:id="rId2"/>
    <p:sldId id="561" r:id="rId3"/>
    <p:sldId id="562" r:id="rId4"/>
    <p:sldId id="563" r:id="rId5"/>
    <p:sldId id="564" r:id="rId6"/>
    <p:sldId id="560" r:id="rId7"/>
    <p:sldId id="559" r:id="rId8"/>
    <p:sldId id="565" r:id="rId9"/>
    <p:sldId id="566" r:id="rId10"/>
    <p:sldId id="567" r:id="rId11"/>
    <p:sldId id="568" r:id="rId12"/>
    <p:sldId id="534" r:id="rId13"/>
    <p:sldId id="557" r:id="rId14"/>
    <p:sldId id="558" r:id="rId15"/>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姚 鑫" initials="姚" lastIdx="1" clrIdx="0">
    <p:extLst>
      <p:ext uri="{19B8F6BF-5375-455C-9EA6-DF929625EA0E}">
        <p15:presenceInfo xmlns:p15="http://schemas.microsoft.com/office/powerpoint/2012/main" userId="2ced1c66bbf414cc" providerId="Windows Live"/>
      </p:ext>
    </p:extLst>
  </p:cmAuthor>
  <p:cmAuthor id="2" name="毛 云垚" initials="毛" lastIdx="5" clrIdx="1">
    <p:extLst>
      <p:ext uri="{19B8F6BF-5375-455C-9EA6-DF929625EA0E}">
        <p15:presenceInfo xmlns:p15="http://schemas.microsoft.com/office/powerpoint/2012/main" userId="28fef45ac84beeb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4B183"/>
    <a:srgbClr val="1F497D"/>
    <a:srgbClr val="DCD7FF"/>
    <a:srgbClr val="DBEEF4"/>
    <a:srgbClr val="F3F3F3"/>
    <a:srgbClr val="F8C3BE"/>
    <a:srgbClr val="4F81BD"/>
    <a:srgbClr val="6FA8DA"/>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458" autoAdjust="0"/>
    <p:restoredTop sz="83983" autoAdjust="0"/>
  </p:normalViewPr>
  <p:slideViewPr>
    <p:cSldViewPr snapToGrid="0">
      <p:cViewPr varScale="1">
        <p:scale>
          <a:sx n="66" d="100"/>
          <a:sy n="66" d="100"/>
        </p:scale>
        <p:origin x="573" y="54"/>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毛云垚" userId="d408133a-dd2c-4fa8-b318-df6f78c42ca9" providerId="ADAL" clId="{5A613B35-BAA3-4E4F-BCD9-3F17D4CC0B97}"/>
    <pc:docChg chg="undo custSel addSld delSld modSld sldOrd">
      <pc:chgData name="毛云垚" userId="d408133a-dd2c-4fa8-b318-df6f78c42ca9" providerId="ADAL" clId="{5A613B35-BAA3-4E4F-BCD9-3F17D4CC0B97}" dt="2025-04-02T03:09:30.211" v="1012" actId="20577"/>
      <pc:docMkLst>
        <pc:docMk/>
      </pc:docMkLst>
      <pc:sldChg chg="modSp mod">
        <pc:chgData name="毛云垚" userId="d408133a-dd2c-4fa8-b318-df6f78c42ca9" providerId="ADAL" clId="{5A613B35-BAA3-4E4F-BCD9-3F17D4CC0B97}" dt="2025-04-02T02:26:34.946" v="13" actId="20577"/>
        <pc:sldMkLst>
          <pc:docMk/>
          <pc:sldMk cId="1376782688" sldId="256"/>
        </pc:sldMkLst>
        <pc:spChg chg="mod">
          <ac:chgData name="毛云垚" userId="d408133a-dd2c-4fa8-b318-df6f78c42ca9" providerId="ADAL" clId="{5A613B35-BAA3-4E4F-BCD9-3F17D4CC0B97}" dt="2025-04-02T02:26:34.946" v="13" actId="20577"/>
          <ac:spMkLst>
            <pc:docMk/>
            <pc:sldMk cId="1376782688" sldId="256"/>
            <ac:spMk id="2" creationId="{00000000-0000-0000-0000-000000000000}"/>
          </ac:spMkLst>
        </pc:spChg>
      </pc:sldChg>
      <pc:sldChg chg="del">
        <pc:chgData name="毛云垚" userId="d408133a-dd2c-4fa8-b318-df6f78c42ca9" providerId="ADAL" clId="{5A613B35-BAA3-4E4F-BCD9-3F17D4CC0B97}" dt="2025-04-02T02:28:20.300" v="16" actId="47"/>
        <pc:sldMkLst>
          <pc:docMk/>
          <pc:sldMk cId="3796714965" sldId="533"/>
        </pc:sldMkLst>
      </pc:sldChg>
      <pc:sldChg chg="delSp modSp mod ord">
        <pc:chgData name="毛云垚" userId="d408133a-dd2c-4fa8-b318-df6f78c42ca9" providerId="ADAL" clId="{5A613B35-BAA3-4E4F-BCD9-3F17D4CC0B97}" dt="2025-04-02T03:06:54.751" v="876" actId="20577"/>
        <pc:sldMkLst>
          <pc:docMk/>
          <pc:sldMk cId="1085931062" sldId="534"/>
        </pc:sldMkLst>
        <pc:spChg chg="mod">
          <ac:chgData name="毛云垚" userId="d408133a-dd2c-4fa8-b318-df6f78c42ca9" providerId="ADAL" clId="{5A613B35-BAA3-4E4F-BCD9-3F17D4CC0B97}" dt="2025-04-02T02:37:06.478" v="197" actId="20577"/>
          <ac:spMkLst>
            <pc:docMk/>
            <pc:sldMk cId="1085931062" sldId="534"/>
            <ac:spMk id="2" creationId="{00000000-0000-0000-0000-000000000000}"/>
          </ac:spMkLst>
        </pc:spChg>
        <pc:spChg chg="mod">
          <ac:chgData name="毛云垚" userId="d408133a-dd2c-4fa8-b318-df6f78c42ca9" providerId="ADAL" clId="{5A613B35-BAA3-4E4F-BCD9-3F17D4CC0B97}" dt="2025-04-02T03:06:54.751" v="876" actId="20577"/>
          <ac:spMkLst>
            <pc:docMk/>
            <pc:sldMk cId="1085931062" sldId="534"/>
            <ac:spMk id="6" creationId="{98AE7A3F-3F03-BFE9-A554-057137DCB9E8}"/>
          </ac:spMkLst>
        </pc:spChg>
      </pc:sldChg>
      <pc:sldChg chg="del">
        <pc:chgData name="毛云垚" userId="d408133a-dd2c-4fa8-b318-df6f78c42ca9" providerId="ADAL" clId="{5A613B35-BAA3-4E4F-BCD9-3F17D4CC0B97}" dt="2025-04-02T02:28:21.054" v="17" actId="47"/>
        <pc:sldMkLst>
          <pc:docMk/>
          <pc:sldMk cId="2721667071" sldId="535"/>
        </pc:sldMkLst>
      </pc:sldChg>
      <pc:sldChg chg="addSp delSp modSp add mod">
        <pc:chgData name="毛云垚" userId="d408133a-dd2c-4fa8-b318-df6f78c42ca9" providerId="ADAL" clId="{5A613B35-BAA3-4E4F-BCD9-3F17D4CC0B97}" dt="2025-04-02T03:04:25.349" v="759" actId="21"/>
        <pc:sldMkLst>
          <pc:docMk/>
          <pc:sldMk cId="3426231250" sldId="535"/>
        </pc:sldMkLst>
      </pc:sldChg>
      <pc:sldChg chg="del">
        <pc:chgData name="毛云垚" userId="d408133a-dd2c-4fa8-b318-df6f78c42ca9" providerId="ADAL" clId="{5A613B35-BAA3-4E4F-BCD9-3F17D4CC0B97}" dt="2025-04-02T02:28:21.870" v="18" actId="47"/>
        <pc:sldMkLst>
          <pc:docMk/>
          <pc:sldMk cId="3428427434" sldId="536"/>
        </pc:sldMkLst>
      </pc:sldChg>
      <pc:sldChg chg="addSp modSp add mod modNotesTx">
        <pc:chgData name="毛云垚" userId="d408133a-dd2c-4fa8-b318-df6f78c42ca9" providerId="ADAL" clId="{5A613B35-BAA3-4E4F-BCD9-3F17D4CC0B97}" dt="2025-04-02T02:55:26.880" v="587" actId="14100"/>
        <pc:sldMkLst>
          <pc:docMk/>
          <pc:sldMk cId="3830180692" sldId="536"/>
        </pc:sldMkLst>
      </pc:sldChg>
      <pc:sldChg chg="add">
        <pc:chgData name="毛云垚" userId="d408133a-dd2c-4fa8-b318-df6f78c42ca9" providerId="ADAL" clId="{5A613B35-BAA3-4E4F-BCD9-3F17D4CC0B97}" dt="2025-04-02T02:36:56.761" v="179"/>
        <pc:sldMkLst>
          <pc:docMk/>
          <pc:sldMk cId="1375752736" sldId="537"/>
        </pc:sldMkLst>
      </pc:sldChg>
      <pc:sldChg chg="addSp delSp modSp add mod">
        <pc:chgData name="毛云垚" userId="d408133a-dd2c-4fa8-b318-df6f78c42ca9" providerId="ADAL" clId="{5A613B35-BAA3-4E4F-BCD9-3F17D4CC0B97}" dt="2025-04-02T03:01:09.438" v="753" actId="20577"/>
        <pc:sldMkLst>
          <pc:docMk/>
          <pc:sldMk cId="1706624479" sldId="538"/>
        </pc:sldMkLst>
      </pc:sldChg>
      <pc:sldChg chg="addSp delSp modSp add mod">
        <pc:chgData name="毛云垚" userId="d408133a-dd2c-4fa8-b318-df6f78c42ca9" providerId="ADAL" clId="{5A613B35-BAA3-4E4F-BCD9-3F17D4CC0B97}" dt="2025-04-02T03:05:50.723" v="846" actId="1076"/>
        <pc:sldMkLst>
          <pc:docMk/>
          <pc:sldMk cId="1976114252" sldId="539"/>
        </pc:sldMkLst>
      </pc:sldChg>
      <pc:sldChg chg="add del">
        <pc:chgData name="毛云垚" userId="d408133a-dd2c-4fa8-b318-df6f78c42ca9" providerId="ADAL" clId="{5A613B35-BAA3-4E4F-BCD9-3F17D4CC0B97}" dt="2025-04-02T02:58:37.218" v="597"/>
        <pc:sldMkLst>
          <pc:docMk/>
          <pc:sldMk cId="3186271444" sldId="539"/>
        </pc:sldMkLst>
      </pc:sldChg>
      <pc:sldChg chg="delSp modSp add mod">
        <pc:chgData name="毛云垚" userId="d408133a-dd2c-4fa8-b318-df6f78c42ca9" providerId="ADAL" clId="{5A613B35-BAA3-4E4F-BCD9-3F17D4CC0B97}" dt="2025-04-02T03:09:30.211" v="1012" actId="20577"/>
        <pc:sldMkLst>
          <pc:docMk/>
          <pc:sldMk cId="2678976146" sldId="540"/>
        </pc:sldMkLst>
      </pc:sldChg>
    </pc:docChg>
  </pc:docChgLst>
  <pc:docChgLst>
    <pc:chgData name="云垚 毛" userId="d408133a-dd2c-4fa8-b318-df6f78c42ca9" providerId="ADAL" clId="{34CCDA35-A96F-40A3-8E9D-8DB65455BA39}"/>
    <pc:docChg chg="undo custSel addSld delSld modSld sldOrd">
      <pc:chgData name="云垚 毛" userId="d408133a-dd2c-4fa8-b318-df6f78c42ca9" providerId="ADAL" clId="{34CCDA35-A96F-40A3-8E9D-8DB65455BA39}" dt="2025-04-02T05:46:44.776" v="350"/>
      <pc:docMkLst>
        <pc:docMk/>
      </pc:docMkLst>
      <pc:sldChg chg="modSp">
        <pc:chgData name="云垚 毛" userId="d408133a-dd2c-4fa8-b318-df6f78c42ca9" providerId="ADAL" clId="{34CCDA35-A96F-40A3-8E9D-8DB65455BA39}" dt="2025-04-02T05:46:44.776" v="350"/>
        <pc:sldMkLst>
          <pc:docMk/>
          <pc:sldMk cId="1376782688" sldId="256"/>
        </pc:sldMkLst>
        <pc:spChg chg="mod">
          <ac:chgData name="云垚 毛" userId="d408133a-dd2c-4fa8-b318-df6f78c42ca9" providerId="ADAL" clId="{34CCDA35-A96F-40A3-8E9D-8DB65455BA39}" dt="2025-04-02T05:46:44.776" v="350"/>
          <ac:spMkLst>
            <pc:docMk/>
            <pc:sldMk cId="1376782688" sldId="256"/>
            <ac:spMk id="2" creationId="{00000000-0000-0000-0000-000000000000}"/>
          </ac:spMkLst>
        </pc:spChg>
      </pc:sldChg>
      <pc:sldChg chg="modSp">
        <pc:chgData name="云垚 毛" userId="d408133a-dd2c-4fa8-b318-df6f78c42ca9" providerId="ADAL" clId="{34CCDA35-A96F-40A3-8E9D-8DB65455BA39}" dt="2025-04-02T05:39:00.803" v="305" actId="207"/>
        <pc:sldMkLst>
          <pc:docMk/>
          <pc:sldMk cId="1085931062" sldId="534"/>
        </pc:sldMkLst>
        <pc:spChg chg="mod">
          <ac:chgData name="云垚 毛" userId="d408133a-dd2c-4fa8-b318-df6f78c42ca9" providerId="ADAL" clId="{34CCDA35-A96F-40A3-8E9D-8DB65455BA39}" dt="2025-04-02T05:39:00.803" v="305" actId="207"/>
          <ac:spMkLst>
            <pc:docMk/>
            <pc:sldMk cId="1085931062" sldId="534"/>
            <ac:spMk id="6" creationId="{98AE7A3F-3F03-BFE9-A554-057137DCB9E8}"/>
          </ac:spMkLst>
        </pc:spChg>
      </pc:sldChg>
      <pc:sldChg chg="modSp">
        <pc:chgData name="云垚 毛" userId="d408133a-dd2c-4fa8-b318-df6f78c42ca9" providerId="ADAL" clId="{34CCDA35-A96F-40A3-8E9D-8DB65455BA39}" dt="2025-04-02T05:39:19.393" v="313"/>
        <pc:sldMkLst>
          <pc:docMk/>
          <pc:sldMk cId="3426231250" sldId="535"/>
        </pc:sldMkLst>
      </pc:sldChg>
      <pc:sldChg chg="modSp">
        <pc:chgData name="云垚 毛" userId="d408133a-dd2c-4fa8-b318-df6f78c42ca9" providerId="ADAL" clId="{34CCDA35-A96F-40A3-8E9D-8DB65455BA39}" dt="2025-04-02T05:32:18.272" v="178" actId="20577"/>
        <pc:sldMkLst>
          <pc:docMk/>
          <pc:sldMk cId="3830180692" sldId="536"/>
        </pc:sldMkLst>
      </pc:sldChg>
      <pc:sldChg chg="add del">
        <pc:chgData name="云垚 毛" userId="d408133a-dd2c-4fa8-b318-df6f78c42ca9" providerId="ADAL" clId="{34CCDA35-A96F-40A3-8E9D-8DB65455BA39}" dt="2025-04-02T05:45:32.107" v="325" actId="2696"/>
        <pc:sldMkLst>
          <pc:docMk/>
          <pc:sldMk cId="1375752736" sldId="537"/>
        </pc:sldMkLst>
      </pc:sldChg>
      <pc:sldChg chg="del ord">
        <pc:chgData name="云垚 毛" userId="d408133a-dd2c-4fa8-b318-df6f78c42ca9" providerId="ADAL" clId="{34CCDA35-A96F-40A3-8E9D-8DB65455BA39}" dt="2025-04-02T05:45:17.419" v="323" actId="2696"/>
        <pc:sldMkLst>
          <pc:docMk/>
          <pc:sldMk cId="1976114252" sldId="539"/>
        </pc:sldMkLst>
      </pc:sldChg>
      <pc:sldChg chg="del">
        <pc:chgData name="云垚 毛" userId="d408133a-dd2c-4fa8-b318-df6f78c42ca9" providerId="ADAL" clId="{34CCDA35-A96F-40A3-8E9D-8DB65455BA39}" dt="2025-04-02T05:38:01.452" v="303" actId="2696"/>
        <pc:sldMkLst>
          <pc:docMk/>
          <pc:sldMk cId="2678976146" sldId="540"/>
        </pc:sldMkLst>
      </pc:sldChg>
      <pc:sldChg chg="delSp modSp add">
        <pc:chgData name="云垚 毛" userId="d408133a-dd2c-4fa8-b318-df6f78c42ca9" providerId="ADAL" clId="{34CCDA35-A96F-40A3-8E9D-8DB65455BA39}" dt="2025-04-02T05:41:07.531" v="322" actId="20577"/>
        <pc:sldMkLst>
          <pc:docMk/>
          <pc:sldMk cId="864152714" sldId="541"/>
        </pc:sldMkLst>
      </pc:sldChg>
    </pc:docChg>
  </pc:docChgLst>
  <pc:docChgLst>
    <pc:chgData name="毛云垚" userId="d408133a-dd2c-4fa8-b318-df6f78c42ca9" providerId="ADAL" clId="{1686C658-820C-4616-8F77-8EEA626EDB08}"/>
    <pc:docChg chg="undo custSel addSld delSld modSld">
      <pc:chgData name="毛云垚" userId="d408133a-dd2c-4fa8-b318-df6f78c42ca9" providerId="ADAL" clId="{1686C658-820C-4616-8F77-8EEA626EDB08}" dt="2025-04-23T13:42:00.610" v="459"/>
      <pc:docMkLst>
        <pc:docMk/>
      </pc:docMkLst>
      <pc:sldChg chg="addSp delSp modSp mod">
        <pc:chgData name="毛云垚" userId="d408133a-dd2c-4fa8-b318-df6f78c42ca9" providerId="ADAL" clId="{1686C658-820C-4616-8F77-8EEA626EDB08}" dt="2025-04-23T13:29:59.361" v="24" actId="478"/>
        <pc:sldMkLst>
          <pc:docMk/>
          <pc:sldMk cId="1376782688" sldId="256"/>
        </pc:sldMkLst>
        <pc:spChg chg="mod">
          <ac:chgData name="毛云垚" userId="d408133a-dd2c-4fa8-b318-df6f78c42ca9" providerId="ADAL" clId="{1686C658-820C-4616-8F77-8EEA626EDB08}" dt="2025-04-23T13:29:47.951" v="22" actId="20577"/>
          <ac:spMkLst>
            <pc:docMk/>
            <pc:sldMk cId="1376782688" sldId="256"/>
            <ac:spMk id="2" creationId="{00000000-0000-0000-0000-000000000000}"/>
          </ac:spMkLst>
        </pc:spChg>
        <pc:spChg chg="del">
          <ac:chgData name="毛云垚" userId="d408133a-dd2c-4fa8-b318-df6f78c42ca9" providerId="ADAL" clId="{1686C658-820C-4616-8F77-8EEA626EDB08}" dt="2025-04-23T13:29:57.016" v="23" actId="478"/>
          <ac:spMkLst>
            <pc:docMk/>
            <pc:sldMk cId="1376782688" sldId="256"/>
            <ac:spMk id="3" creationId="{00000000-0000-0000-0000-000000000000}"/>
          </ac:spMkLst>
        </pc:spChg>
        <pc:spChg chg="add del mod">
          <ac:chgData name="毛云垚" userId="d408133a-dd2c-4fa8-b318-df6f78c42ca9" providerId="ADAL" clId="{1686C658-820C-4616-8F77-8EEA626EDB08}" dt="2025-04-23T13:29:59.361" v="24" actId="478"/>
          <ac:spMkLst>
            <pc:docMk/>
            <pc:sldMk cId="1376782688" sldId="256"/>
            <ac:spMk id="4" creationId="{FDBBD75D-1C5D-94DC-B812-A32F82450D39}"/>
          </ac:spMkLst>
        </pc:spChg>
      </pc:sldChg>
      <pc:sldChg chg="modSp mod">
        <pc:chgData name="毛云垚" userId="d408133a-dd2c-4fa8-b318-df6f78c42ca9" providerId="ADAL" clId="{1686C658-820C-4616-8F77-8EEA626EDB08}" dt="2025-04-23T13:38:52.268" v="228" actId="20577"/>
        <pc:sldMkLst>
          <pc:docMk/>
          <pc:sldMk cId="1085931062" sldId="534"/>
        </pc:sldMkLst>
        <pc:spChg chg="mod">
          <ac:chgData name="毛云垚" userId="d408133a-dd2c-4fa8-b318-df6f78c42ca9" providerId="ADAL" clId="{1686C658-820C-4616-8F77-8EEA626EDB08}" dt="2025-04-23T13:38:52.268" v="228" actId="20577"/>
          <ac:spMkLst>
            <pc:docMk/>
            <pc:sldMk cId="1085931062" sldId="534"/>
            <ac:spMk id="2" creationId="{00000000-0000-0000-0000-000000000000}"/>
          </ac:spMkLst>
        </pc:spChg>
        <pc:spChg chg="mod">
          <ac:chgData name="毛云垚" userId="d408133a-dd2c-4fa8-b318-df6f78c42ca9" providerId="ADAL" clId="{1686C658-820C-4616-8F77-8EEA626EDB08}" dt="2025-04-23T13:38:47.075" v="215" actId="20577"/>
          <ac:spMkLst>
            <pc:docMk/>
            <pc:sldMk cId="1085931062" sldId="534"/>
            <ac:spMk id="6" creationId="{98AE7A3F-3F03-BFE9-A554-057137DCB9E8}"/>
          </ac:spMkLst>
        </pc:spChg>
      </pc:sldChg>
      <pc:sldChg chg="del">
        <pc:chgData name="毛云垚" userId="d408133a-dd2c-4fa8-b318-df6f78c42ca9" providerId="ADAL" clId="{1686C658-820C-4616-8F77-8EEA626EDB08}" dt="2025-04-23T13:39:03.330" v="229" actId="47"/>
        <pc:sldMkLst>
          <pc:docMk/>
          <pc:sldMk cId="3426231250" sldId="535"/>
        </pc:sldMkLst>
      </pc:sldChg>
      <pc:sldChg chg="del">
        <pc:chgData name="毛云垚" userId="d408133a-dd2c-4fa8-b318-df6f78c42ca9" providerId="ADAL" clId="{1686C658-820C-4616-8F77-8EEA626EDB08}" dt="2025-04-23T13:39:31.546" v="235" actId="47"/>
        <pc:sldMkLst>
          <pc:docMk/>
          <pc:sldMk cId="3830180692" sldId="536"/>
        </pc:sldMkLst>
      </pc:sldChg>
      <pc:sldChg chg="addSp delSp modSp mod">
        <pc:chgData name="毛云垚" userId="d408133a-dd2c-4fa8-b318-df6f78c42ca9" providerId="ADAL" clId="{1686C658-820C-4616-8F77-8EEA626EDB08}" dt="2025-04-23T13:41:22.208" v="427" actId="20577"/>
        <pc:sldMkLst>
          <pc:docMk/>
          <pc:sldMk cId="1375752736" sldId="537"/>
        </pc:sldMkLst>
        <pc:spChg chg="mod">
          <ac:chgData name="毛云垚" userId="d408133a-dd2c-4fa8-b318-df6f78c42ca9" providerId="ADAL" clId="{1686C658-820C-4616-8F77-8EEA626EDB08}" dt="2025-04-23T13:36:42.921" v="95" actId="20577"/>
          <ac:spMkLst>
            <pc:docMk/>
            <pc:sldMk cId="1375752736" sldId="537"/>
            <ac:spMk id="2" creationId="{06B4C71C-CFE3-F3D3-0C27-266D436CA195}"/>
          </ac:spMkLst>
        </pc:spChg>
        <pc:spChg chg="mod">
          <ac:chgData name="毛云垚" userId="d408133a-dd2c-4fa8-b318-df6f78c42ca9" providerId="ADAL" clId="{1686C658-820C-4616-8F77-8EEA626EDB08}" dt="2025-04-23T13:41:22.208" v="427" actId="20577"/>
          <ac:spMkLst>
            <pc:docMk/>
            <pc:sldMk cId="1375752736" sldId="537"/>
            <ac:spMk id="6" creationId="{366AB3BC-7200-26BC-3AC0-39512CA53A89}"/>
          </ac:spMkLst>
        </pc:spChg>
        <pc:picChg chg="add mod">
          <ac:chgData name="毛云垚" userId="d408133a-dd2c-4fa8-b318-df6f78c42ca9" providerId="ADAL" clId="{1686C658-820C-4616-8F77-8EEA626EDB08}" dt="2025-04-23T13:37:08.080" v="119"/>
          <ac:picMkLst>
            <pc:docMk/>
            <pc:sldMk cId="1375752736" sldId="537"/>
            <ac:picMk id="3" creationId="{B4D5922B-A1C5-9F86-24EC-0ED2AA6314CA}"/>
          </ac:picMkLst>
        </pc:picChg>
        <pc:picChg chg="del">
          <ac:chgData name="毛云垚" userId="d408133a-dd2c-4fa8-b318-df6f78c42ca9" providerId="ADAL" clId="{1686C658-820C-4616-8F77-8EEA626EDB08}" dt="2025-04-23T13:36:46.903" v="96" actId="478"/>
          <ac:picMkLst>
            <pc:docMk/>
            <pc:sldMk cId="1375752736" sldId="537"/>
            <ac:picMk id="7" creationId="{D3E16FF5-2081-7B5E-8513-F03BB4E3B771}"/>
          </ac:picMkLst>
        </pc:picChg>
      </pc:sldChg>
      <pc:sldChg chg="del">
        <pc:chgData name="毛云垚" userId="d408133a-dd2c-4fa8-b318-df6f78c42ca9" providerId="ADAL" clId="{1686C658-820C-4616-8F77-8EEA626EDB08}" dt="2025-04-23T13:36:24.146" v="79" actId="47"/>
        <pc:sldMkLst>
          <pc:docMk/>
          <pc:sldMk cId="1706624479" sldId="538"/>
        </pc:sldMkLst>
      </pc:sldChg>
      <pc:sldChg chg="del">
        <pc:chgData name="毛云垚" userId="d408133a-dd2c-4fa8-b318-df6f78c42ca9" providerId="ADAL" clId="{1686C658-820C-4616-8F77-8EEA626EDB08}" dt="2025-04-23T13:39:30.796" v="234" actId="47"/>
        <pc:sldMkLst>
          <pc:docMk/>
          <pc:sldMk cId="864152714" sldId="541"/>
        </pc:sldMkLst>
      </pc:sldChg>
      <pc:sldChg chg="add del">
        <pc:chgData name="毛云垚" userId="d408133a-dd2c-4fa8-b318-df6f78c42ca9" providerId="ADAL" clId="{1686C658-820C-4616-8F77-8EEA626EDB08}" dt="2025-04-23T13:37:13.163" v="120" actId="47"/>
        <pc:sldMkLst>
          <pc:docMk/>
          <pc:sldMk cId="724978429" sldId="542"/>
        </pc:sldMkLst>
      </pc:sldChg>
      <pc:sldChg chg="delSp modSp add mod">
        <pc:chgData name="毛云垚" userId="d408133a-dd2c-4fa8-b318-df6f78c42ca9" providerId="ADAL" clId="{1686C658-820C-4616-8F77-8EEA626EDB08}" dt="2025-04-23T13:38:10.114" v="174" actId="20577"/>
        <pc:sldMkLst>
          <pc:docMk/>
          <pc:sldMk cId="3417945878" sldId="542"/>
        </pc:sldMkLst>
        <pc:spChg chg="mod">
          <ac:chgData name="毛云垚" userId="d408133a-dd2c-4fa8-b318-df6f78c42ca9" providerId="ADAL" clId="{1686C658-820C-4616-8F77-8EEA626EDB08}" dt="2025-04-23T13:38:10.114" v="174" actId="20577"/>
          <ac:spMkLst>
            <pc:docMk/>
            <pc:sldMk cId="3417945878" sldId="542"/>
            <ac:spMk id="6" creationId="{17E64CB8-4C23-3913-6EF3-53B80DA38534}"/>
          </ac:spMkLst>
        </pc:spChg>
        <pc:picChg chg="del">
          <ac:chgData name="毛云垚" userId="d408133a-dd2c-4fa8-b318-df6f78c42ca9" providerId="ADAL" clId="{1686C658-820C-4616-8F77-8EEA626EDB08}" dt="2025-04-23T13:37:23.635" v="122" actId="478"/>
          <ac:picMkLst>
            <pc:docMk/>
            <pc:sldMk cId="3417945878" sldId="542"/>
            <ac:picMk id="3" creationId="{DB1D72AA-C43A-30AF-9D24-9DCA5E2A749E}"/>
          </ac:picMkLst>
        </pc:picChg>
      </pc:sldChg>
      <pc:sldChg chg="modSp add mod">
        <pc:chgData name="毛云垚" userId="d408133a-dd2c-4fa8-b318-df6f78c42ca9" providerId="ADAL" clId="{1686C658-820C-4616-8F77-8EEA626EDB08}" dt="2025-04-23T13:41:44.175" v="448" actId="20577"/>
        <pc:sldMkLst>
          <pc:docMk/>
          <pc:sldMk cId="3974732743" sldId="543"/>
        </pc:sldMkLst>
        <pc:spChg chg="mod">
          <ac:chgData name="毛云垚" userId="d408133a-dd2c-4fa8-b318-df6f78c42ca9" providerId="ADAL" clId="{1686C658-820C-4616-8F77-8EEA626EDB08}" dt="2025-04-23T13:39:36.176" v="238" actId="20577"/>
          <ac:spMkLst>
            <pc:docMk/>
            <pc:sldMk cId="3974732743" sldId="543"/>
            <ac:spMk id="2" creationId="{518660AF-60F6-315C-5D8D-A0F3F2D90EBF}"/>
          </ac:spMkLst>
        </pc:spChg>
        <pc:spChg chg="mod">
          <ac:chgData name="毛云垚" userId="d408133a-dd2c-4fa8-b318-df6f78c42ca9" providerId="ADAL" clId="{1686C658-820C-4616-8F77-8EEA626EDB08}" dt="2025-04-23T13:41:44.175" v="448" actId="20577"/>
          <ac:spMkLst>
            <pc:docMk/>
            <pc:sldMk cId="3974732743" sldId="543"/>
            <ac:spMk id="6" creationId="{ADAFE44B-183D-3912-254A-B52C220E3C34}"/>
          </ac:spMkLst>
        </pc:spChg>
      </pc:sldChg>
      <pc:sldChg chg="modSp add mod">
        <pc:chgData name="毛云垚" userId="d408133a-dd2c-4fa8-b318-df6f78c42ca9" providerId="ADAL" clId="{1686C658-820C-4616-8F77-8EEA626EDB08}" dt="2025-04-23T13:41:57.536" v="458" actId="20577"/>
        <pc:sldMkLst>
          <pc:docMk/>
          <pc:sldMk cId="3600763261" sldId="544"/>
        </pc:sldMkLst>
        <pc:spChg chg="mod">
          <ac:chgData name="毛云垚" userId="d408133a-dd2c-4fa8-b318-df6f78c42ca9" providerId="ADAL" clId="{1686C658-820C-4616-8F77-8EEA626EDB08}" dt="2025-04-23T13:41:57.536" v="458" actId="20577"/>
          <ac:spMkLst>
            <pc:docMk/>
            <pc:sldMk cId="3600763261" sldId="544"/>
            <ac:spMk id="6" creationId="{5F9D939E-8DC0-C2E3-9A94-9DAF80D8F074}"/>
          </ac:spMkLst>
        </pc:spChg>
      </pc:sldChg>
      <pc:sldChg chg="modSp add mod">
        <pc:chgData name="毛云垚" userId="d408133a-dd2c-4fa8-b318-df6f78c42ca9" providerId="ADAL" clId="{1686C658-820C-4616-8F77-8EEA626EDB08}" dt="2025-04-23T13:42:00.610" v="459"/>
        <pc:sldMkLst>
          <pc:docMk/>
          <pc:sldMk cId="94488085" sldId="545"/>
        </pc:sldMkLst>
        <pc:spChg chg="mod">
          <ac:chgData name="毛云垚" userId="d408133a-dd2c-4fa8-b318-df6f78c42ca9" providerId="ADAL" clId="{1686C658-820C-4616-8F77-8EEA626EDB08}" dt="2025-04-23T13:42:00.610" v="459"/>
          <ac:spMkLst>
            <pc:docMk/>
            <pc:sldMk cId="94488085" sldId="545"/>
            <ac:spMk id="6" creationId="{9B19D5A6-0805-8CDA-4D6C-C20E3E432564}"/>
          </ac:spMkLst>
        </pc:spChg>
      </pc:sldChg>
    </pc:docChg>
  </pc:docChgLst>
  <pc:docChgLst>
    <pc:chgData name="云垚 毛" userId="d408133a-dd2c-4fa8-b318-df6f78c42ca9" providerId="ADAL" clId="{44DFBAB0-0EF9-4028-9DB0-2624F5171797}"/>
    <pc:docChg chg="undo custSel addSld delSld modSld">
      <pc:chgData name="云垚 毛" userId="d408133a-dd2c-4fa8-b318-df6f78c42ca9" providerId="ADAL" clId="{44DFBAB0-0EF9-4028-9DB0-2624F5171797}" dt="2025-02-28T07:06:16.545" v="163" actId="1076"/>
      <pc:docMkLst>
        <pc:docMk/>
      </pc:docMkLst>
      <pc:sldChg chg="modSp">
        <pc:chgData name="云垚 毛" userId="d408133a-dd2c-4fa8-b318-df6f78c42ca9" providerId="ADAL" clId="{44DFBAB0-0EF9-4028-9DB0-2624F5171797}" dt="2025-02-28T06:41:03.190" v="10"/>
        <pc:sldMkLst>
          <pc:docMk/>
          <pc:sldMk cId="1376782688" sldId="256"/>
        </pc:sldMkLst>
        <pc:spChg chg="mod">
          <ac:chgData name="云垚 毛" userId="d408133a-dd2c-4fa8-b318-df6f78c42ca9" providerId="ADAL" clId="{44DFBAB0-0EF9-4028-9DB0-2624F5171797}" dt="2025-02-28T06:41:03.190" v="10"/>
          <ac:spMkLst>
            <pc:docMk/>
            <pc:sldMk cId="1376782688" sldId="256"/>
            <ac:spMk id="2" creationId="{00000000-0000-0000-0000-000000000000}"/>
          </ac:spMkLst>
        </pc:spChg>
      </pc:sldChg>
      <pc:sldChg chg="addSp delSp modSp add">
        <pc:chgData name="云垚 毛" userId="d408133a-dd2c-4fa8-b318-df6f78c42ca9" providerId="ADAL" clId="{44DFBAB0-0EF9-4028-9DB0-2624F5171797}" dt="2025-02-28T06:56:53.072" v="83" actId="1076"/>
        <pc:sldMkLst>
          <pc:docMk/>
          <pc:sldMk cId="1085931062" sldId="534"/>
        </pc:sldMkLst>
        <pc:spChg chg="mod">
          <ac:chgData name="云垚 毛" userId="d408133a-dd2c-4fa8-b318-df6f78c42ca9" providerId="ADAL" clId="{44DFBAB0-0EF9-4028-9DB0-2624F5171797}" dt="2025-02-28T06:53:01.648" v="70" actId="20577"/>
          <ac:spMkLst>
            <pc:docMk/>
            <pc:sldMk cId="1085931062" sldId="534"/>
            <ac:spMk id="6" creationId="{98AE7A3F-3F03-BFE9-A554-057137DCB9E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4F3235-C58E-4886-A6DC-B4555A13B1F9}" type="datetimeFigureOut">
              <a:rPr lang="zh-CN" altLang="en-US" smtClean="0"/>
              <a:t>2025/6/6</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02E60B-C4B2-4104-898E-3B3A339CE9D2}" type="slidenum">
              <a:rPr lang="zh-CN" altLang="en-US" smtClean="0"/>
              <a:t>‹#›</a:t>
            </a:fld>
            <a:endParaRPr lang="zh-CN" altLang="en-US"/>
          </a:p>
        </p:txBody>
      </p:sp>
    </p:spTree>
    <p:extLst>
      <p:ext uri="{BB962C8B-B14F-4D97-AF65-F5344CB8AC3E}">
        <p14:creationId xmlns:p14="http://schemas.microsoft.com/office/powerpoint/2010/main" val="22027870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hello</a:t>
            </a:r>
            <a:endParaRPr lang="zh-CN" altLang="en-US" dirty="0"/>
          </a:p>
        </p:txBody>
      </p:sp>
      <p:sp>
        <p:nvSpPr>
          <p:cNvPr id="4" name="灯片编号占位符 3"/>
          <p:cNvSpPr>
            <a:spLocks noGrp="1"/>
          </p:cNvSpPr>
          <p:nvPr>
            <p:ph type="sldNum" sz="quarter" idx="5"/>
          </p:nvPr>
        </p:nvSpPr>
        <p:spPr/>
        <p:txBody>
          <a:bodyPr/>
          <a:lstStyle/>
          <a:p>
            <a:fld id="{5702E60B-C4B2-4104-898E-3B3A339CE9D2}" type="slidenum">
              <a:rPr lang="zh-CN" altLang="en-US" smtClean="0"/>
              <a:t>1</a:t>
            </a:fld>
            <a:endParaRPr lang="zh-CN" altLang="en-US"/>
          </a:p>
        </p:txBody>
      </p:sp>
    </p:spTree>
    <p:extLst>
      <p:ext uri="{BB962C8B-B14F-4D97-AF65-F5344CB8AC3E}">
        <p14:creationId xmlns:p14="http://schemas.microsoft.com/office/powerpoint/2010/main" val="1613966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702E60B-C4B2-4104-898E-3B3A339CE9D2}" type="slidenum">
              <a:rPr lang="zh-CN" altLang="en-US" smtClean="0"/>
              <a:t>2</a:t>
            </a:fld>
            <a:endParaRPr lang="zh-CN" altLang="en-US"/>
          </a:p>
        </p:txBody>
      </p:sp>
    </p:spTree>
    <p:extLst>
      <p:ext uri="{BB962C8B-B14F-4D97-AF65-F5344CB8AC3E}">
        <p14:creationId xmlns:p14="http://schemas.microsoft.com/office/powerpoint/2010/main" val="20084010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702E60B-C4B2-4104-898E-3B3A339CE9D2}" type="slidenum">
              <a:rPr lang="zh-CN" altLang="en-US" smtClean="0"/>
              <a:t>3</a:t>
            </a:fld>
            <a:endParaRPr lang="zh-CN" altLang="en-US"/>
          </a:p>
        </p:txBody>
      </p:sp>
    </p:spTree>
    <p:extLst>
      <p:ext uri="{BB962C8B-B14F-4D97-AF65-F5344CB8AC3E}">
        <p14:creationId xmlns:p14="http://schemas.microsoft.com/office/powerpoint/2010/main" val="17500690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702E60B-C4B2-4104-898E-3B3A339CE9D2}" type="slidenum">
              <a:rPr lang="zh-CN" altLang="en-US" smtClean="0"/>
              <a:t>4</a:t>
            </a:fld>
            <a:endParaRPr lang="zh-CN" altLang="en-US"/>
          </a:p>
        </p:txBody>
      </p:sp>
    </p:spTree>
    <p:extLst>
      <p:ext uri="{BB962C8B-B14F-4D97-AF65-F5344CB8AC3E}">
        <p14:creationId xmlns:p14="http://schemas.microsoft.com/office/powerpoint/2010/main" val="31508003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702E60B-C4B2-4104-898E-3B3A339CE9D2}" type="slidenum">
              <a:rPr lang="zh-CN" altLang="en-US" smtClean="0"/>
              <a:t>5</a:t>
            </a:fld>
            <a:endParaRPr lang="zh-CN" altLang="en-US"/>
          </a:p>
        </p:txBody>
      </p:sp>
    </p:spTree>
    <p:extLst>
      <p:ext uri="{BB962C8B-B14F-4D97-AF65-F5344CB8AC3E}">
        <p14:creationId xmlns:p14="http://schemas.microsoft.com/office/powerpoint/2010/main" val="11262383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702E60B-C4B2-4104-898E-3B3A339CE9D2}" type="slidenum">
              <a:rPr lang="zh-CN" altLang="en-US" smtClean="0"/>
              <a:t>6</a:t>
            </a:fld>
            <a:endParaRPr lang="zh-CN" altLang="en-US"/>
          </a:p>
        </p:txBody>
      </p:sp>
    </p:spTree>
    <p:extLst>
      <p:ext uri="{BB962C8B-B14F-4D97-AF65-F5344CB8AC3E}">
        <p14:creationId xmlns:p14="http://schemas.microsoft.com/office/powerpoint/2010/main" val="7019899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702E60B-C4B2-4104-898E-3B3A339CE9D2}" type="slidenum">
              <a:rPr lang="zh-CN" altLang="en-US" smtClean="0"/>
              <a:t>7</a:t>
            </a:fld>
            <a:endParaRPr lang="zh-CN" altLang="en-US"/>
          </a:p>
        </p:txBody>
      </p:sp>
    </p:spTree>
    <p:extLst>
      <p:ext uri="{BB962C8B-B14F-4D97-AF65-F5344CB8AC3E}">
        <p14:creationId xmlns:p14="http://schemas.microsoft.com/office/powerpoint/2010/main" val="35615029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702E60B-C4B2-4104-898E-3B3A339CE9D2}" type="slidenum">
              <a:rPr lang="zh-CN" altLang="en-US" smtClean="0"/>
              <a:t>8</a:t>
            </a:fld>
            <a:endParaRPr lang="zh-CN" altLang="en-US"/>
          </a:p>
        </p:txBody>
      </p:sp>
    </p:spTree>
    <p:extLst>
      <p:ext uri="{BB962C8B-B14F-4D97-AF65-F5344CB8AC3E}">
        <p14:creationId xmlns:p14="http://schemas.microsoft.com/office/powerpoint/2010/main" val="18668013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702E60B-C4B2-4104-898E-3B3A339CE9D2}" type="slidenum">
              <a:rPr lang="zh-CN" altLang="en-US" smtClean="0"/>
              <a:t>9</a:t>
            </a:fld>
            <a:endParaRPr lang="zh-CN" altLang="en-US"/>
          </a:p>
        </p:txBody>
      </p:sp>
    </p:spTree>
    <p:extLst>
      <p:ext uri="{BB962C8B-B14F-4D97-AF65-F5344CB8AC3E}">
        <p14:creationId xmlns:p14="http://schemas.microsoft.com/office/powerpoint/2010/main" val="11913758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702E60B-C4B2-4104-898E-3B3A339CE9D2}" type="slidenum">
              <a:rPr lang="zh-CN" altLang="en-US" smtClean="0"/>
              <a:t>10</a:t>
            </a:fld>
            <a:endParaRPr lang="zh-CN" altLang="en-US"/>
          </a:p>
        </p:txBody>
      </p:sp>
    </p:spTree>
    <p:extLst>
      <p:ext uri="{BB962C8B-B14F-4D97-AF65-F5344CB8AC3E}">
        <p14:creationId xmlns:p14="http://schemas.microsoft.com/office/powerpoint/2010/main" val="7709306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702E60B-C4B2-4104-898E-3B3A339CE9D2}" type="slidenum">
              <a:rPr lang="zh-CN" altLang="en-US" smtClean="0"/>
              <a:t>11</a:t>
            </a:fld>
            <a:endParaRPr lang="zh-CN" altLang="en-US"/>
          </a:p>
        </p:txBody>
      </p:sp>
    </p:spTree>
    <p:extLst>
      <p:ext uri="{BB962C8B-B14F-4D97-AF65-F5344CB8AC3E}">
        <p14:creationId xmlns:p14="http://schemas.microsoft.com/office/powerpoint/2010/main" val="29062662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702E60B-C4B2-4104-898E-3B3A339CE9D2}" type="slidenum">
              <a:rPr lang="zh-CN" altLang="en-US" smtClean="0"/>
              <a:t>12</a:t>
            </a:fld>
            <a:endParaRPr lang="zh-CN" altLang="en-US"/>
          </a:p>
        </p:txBody>
      </p:sp>
    </p:spTree>
    <p:extLst>
      <p:ext uri="{BB962C8B-B14F-4D97-AF65-F5344CB8AC3E}">
        <p14:creationId xmlns:p14="http://schemas.microsoft.com/office/powerpoint/2010/main" val="10694955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702E60B-C4B2-4104-898E-3B3A339CE9D2}" type="slidenum">
              <a:rPr lang="zh-CN" altLang="en-US" smtClean="0"/>
              <a:t>13</a:t>
            </a:fld>
            <a:endParaRPr lang="zh-CN" altLang="en-US"/>
          </a:p>
        </p:txBody>
      </p:sp>
    </p:spTree>
    <p:extLst>
      <p:ext uri="{BB962C8B-B14F-4D97-AF65-F5344CB8AC3E}">
        <p14:creationId xmlns:p14="http://schemas.microsoft.com/office/powerpoint/2010/main" val="6728510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702E60B-C4B2-4104-898E-3B3A339CE9D2}" type="slidenum">
              <a:rPr lang="zh-CN" altLang="en-US" smtClean="0"/>
              <a:t>14</a:t>
            </a:fld>
            <a:endParaRPr lang="zh-CN" altLang="en-US"/>
          </a:p>
        </p:txBody>
      </p:sp>
    </p:spTree>
    <p:extLst>
      <p:ext uri="{BB962C8B-B14F-4D97-AF65-F5344CB8AC3E}">
        <p14:creationId xmlns:p14="http://schemas.microsoft.com/office/powerpoint/2010/main" val="181766141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4" name="AutoShape 7"/>
          <p:cNvSpPr>
            <a:spLocks noChangeArrowheads="1"/>
          </p:cNvSpPr>
          <p:nvPr/>
        </p:nvSpPr>
        <p:spPr bwMode="auto">
          <a:xfrm>
            <a:off x="685800" y="2393950"/>
            <a:ext cx="7772400" cy="109538"/>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tx2"/>
          </a:solidFill>
          <a:ln w="9525">
            <a:solidFill>
              <a:schemeClr val="tx2"/>
            </a:solidFill>
            <a:round/>
            <a:headEnd/>
            <a:tailEnd/>
          </a:ln>
        </p:spPr>
        <p:txBody>
          <a:bodyPr/>
          <a:lstStyle/>
          <a:p>
            <a:pPr>
              <a:buClr>
                <a:srgbClr val="C0504D"/>
              </a:buClr>
            </a:pPr>
            <a:endParaRPr lang="zh-CN" altLang="en-US" dirty="0">
              <a:solidFill>
                <a:prstClr val="black"/>
              </a:solidFill>
            </a:endParaRPr>
          </a:p>
        </p:txBody>
      </p:sp>
      <p:sp>
        <p:nvSpPr>
          <p:cNvPr id="701442" name="Rectangle 2"/>
          <p:cNvSpPr>
            <a:spLocks noGrp="1" noChangeArrowheads="1"/>
          </p:cNvSpPr>
          <p:nvPr>
            <p:ph type="ctrTitle"/>
          </p:nvPr>
        </p:nvSpPr>
        <p:spPr>
          <a:xfrm>
            <a:off x="685800" y="990600"/>
            <a:ext cx="7772400" cy="1371600"/>
          </a:xfrm>
        </p:spPr>
        <p:txBody>
          <a:bodyPr/>
          <a:lstStyle>
            <a:lvl1pPr algn="l">
              <a:defRPr sz="4000"/>
            </a:lvl1pPr>
          </a:lstStyle>
          <a:p>
            <a:pPr lvl="0"/>
            <a:r>
              <a:rPr lang="zh-CN" altLang="en-US" noProof="0"/>
              <a:t>单击此处编辑母版标题样式</a:t>
            </a:r>
            <a:endParaRPr lang="zh-CN" altLang="en-US" noProof="0" dirty="0"/>
          </a:p>
        </p:txBody>
      </p:sp>
      <p:sp>
        <p:nvSpPr>
          <p:cNvPr id="701443" name="Rectangle 3"/>
          <p:cNvSpPr>
            <a:spLocks noGrp="1" noChangeArrowheads="1"/>
          </p:cNvSpPr>
          <p:nvPr>
            <p:ph type="subTitle" idx="1"/>
          </p:nvPr>
        </p:nvSpPr>
        <p:spPr>
          <a:xfrm>
            <a:off x="1447800" y="3429000"/>
            <a:ext cx="7010400" cy="1600200"/>
          </a:xfrm>
        </p:spPr>
        <p:txBody>
          <a:bodyPr/>
          <a:lstStyle>
            <a:lvl1pPr marL="0" indent="0">
              <a:buFont typeface="Wingdings" charset="0"/>
              <a:buNone/>
              <a:defRPr sz="2200"/>
            </a:lvl1pPr>
          </a:lstStyle>
          <a:p>
            <a:pPr lvl="0"/>
            <a:r>
              <a:rPr lang="zh-CN" altLang="en-US" noProof="0"/>
              <a:t>单击此处编辑母版副标题样式</a:t>
            </a:r>
          </a:p>
        </p:txBody>
      </p:sp>
      <p:pic>
        <p:nvPicPr>
          <p:cNvPr id="6" name="图片 5"/>
          <p:cNvPicPr>
            <a:picLocks noChangeAspect="1"/>
          </p:cNvPicPr>
          <p:nvPr/>
        </p:nvPicPr>
        <p:blipFill rotWithShape="1">
          <a:blip r:embed="rId2">
            <a:extLst>
              <a:ext uri="{28A0092B-C50C-407E-A947-70E740481C1C}">
                <a14:useLocalDpi xmlns:a14="http://schemas.microsoft.com/office/drawing/2010/main" val="0"/>
              </a:ext>
            </a:extLst>
          </a:blip>
          <a:srcRect l="17162" t="3708" r="20626" b="6469"/>
          <a:stretch/>
        </p:blipFill>
        <p:spPr>
          <a:xfrm>
            <a:off x="8010987" y="8620"/>
            <a:ext cx="1121558" cy="1080914"/>
          </a:xfrm>
          <a:prstGeom prst="rect">
            <a:avLst/>
          </a:prstGeom>
        </p:spPr>
      </p:pic>
    </p:spTree>
    <p:extLst>
      <p:ext uri="{BB962C8B-B14F-4D97-AF65-F5344CB8AC3E}">
        <p14:creationId xmlns:p14="http://schemas.microsoft.com/office/powerpoint/2010/main" val="1938920214"/>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标题幻灯片_空白">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701442" name="Rectangle 2"/>
          <p:cNvSpPr>
            <a:spLocks noGrp="1" noChangeArrowheads="1"/>
          </p:cNvSpPr>
          <p:nvPr>
            <p:ph type="ctrTitle"/>
          </p:nvPr>
        </p:nvSpPr>
        <p:spPr>
          <a:xfrm>
            <a:off x="685800" y="990600"/>
            <a:ext cx="7772400" cy="1371600"/>
          </a:xfrm>
        </p:spPr>
        <p:txBody>
          <a:bodyPr/>
          <a:lstStyle>
            <a:lvl1pPr algn="ctr">
              <a:defRPr sz="4000"/>
            </a:lvl1pPr>
          </a:lstStyle>
          <a:p>
            <a:pPr lvl="0"/>
            <a:r>
              <a:rPr lang="zh-CN" altLang="en-US" noProof="0"/>
              <a:t>单击此处编辑母版标题样式</a:t>
            </a:r>
            <a:endParaRPr lang="zh-CN" altLang="en-US" noProof="0" dirty="0"/>
          </a:p>
        </p:txBody>
      </p:sp>
      <p:sp>
        <p:nvSpPr>
          <p:cNvPr id="701443" name="Rectangle 3"/>
          <p:cNvSpPr>
            <a:spLocks noGrp="1" noChangeArrowheads="1"/>
          </p:cNvSpPr>
          <p:nvPr>
            <p:ph type="subTitle" idx="1"/>
          </p:nvPr>
        </p:nvSpPr>
        <p:spPr>
          <a:xfrm>
            <a:off x="1066800" y="3429000"/>
            <a:ext cx="7010400" cy="1600200"/>
          </a:xfrm>
        </p:spPr>
        <p:txBody>
          <a:bodyPr/>
          <a:lstStyle>
            <a:lvl1pPr marL="0" indent="0" algn="ctr">
              <a:buFont typeface="Wingdings" charset="0"/>
              <a:buNone/>
              <a:defRPr sz="2200"/>
            </a:lvl1pPr>
          </a:lstStyle>
          <a:p>
            <a:pPr lvl="0"/>
            <a:r>
              <a:rPr lang="zh-CN" altLang="en-US" noProof="0"/>
              <a:t>单击此处编辑母版副标题样式</a:t>
            </a:r>
            <a:endParaRPr lang="zh-CN" altLang="en-US" noProof="0" dirty="0"/>
          </a:p>
        </p:txBody>
      </p:sp>
    </p:spTree>
    <p:extLst>
      <p:ext uri="{BB962C8B-B14F-4D97-AF65-F5344CB8AC3E}">
        <p14:creationId xmlns:p14="http://schemas.microsoft.com/office/powerpoint/2010/main" val="1788486264"/>
      </p:ext>
    </p:extLst>
  </p:cSld>
  <p:clrMapOvr>
    <a:masterClrMapping/>
  </p:clrMapOvr>
  <p:transition/>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1_标题幻灯片_空白">
    <p:bg>
      <p:bgPr>
        <a:solidFill>
          <a:schemeClr val="bg1"/>
        </a:solidFill>
        <a:effectLst/>
      </p:bgPr>
    </p:bg>
    <p:spTree>
      <p:nvGrpSpPr>
        <p:cNvPr id="1" name=""/>
        <p:cNvGrpSpPr/>
        <p:nvPr/>
      </p:nvGrpSpPr>
      <p:grpSpPr>
        <a:xfrm>
          <a:off x="0" y="0"/>
          <a:ext cx="0" cy="0"/>
          <a:chOff x="0" y="0"/>
          <a:chExt cx="0" cy="0"/>
        </a:xfrm>
      </p:grpSpPr>
      <p:sp>
        <p:nvSpPr>
          <p:cNvPr id="701442" name="Rectangle 2"/>
          <p:cNvSpPr>
            <a:spLocks noGrp="1" noChangeArrowheads="1"/>
          </p:cNvSpPr>
          <p:nvPr>
            <p:ph type="ctrTitle"/>
          </p:nvPr>
        </p:nvSpPr>
        <p:spPr>
          <a:xfrm>
            <a:off x="685800" y="990600"/>
            <a:ext cx="7772400" cy="1371600"/>
          </a:xfrm>
        </p:spPr>
        <p:txBody>
          <a:bodyPr/>
          <a:lstStyle>
            <a:lvl1pPr algn="ctr">
              <a:defRPr sz="4000"/>
            </a:lvl1pPr>
          </a:lstStyle>
          <a:p>
            <a:pPr lvl="0"/>
            <a:r>
              <a:rPr lang="zh-CN" altLang="en-US" noProof="0"/>
              <a:t>单击此处编辑母版标题样式</a:t>
            </a:r>
            <a:endParaRPr lang="zh-CN" altLang="en-US" noProof="0" dirty="0"/>
          </a:p>
        </p:txBody>
      </p:sp>
      <p:sp>
        <p:nvSpPr>
          <p:cNvPr id="701443" name="Rectangle 3"/>
          <p:cNvSpPr>
            <a:spLocks noGrp="1" noChangeArrowheads="1"/>
          </p:cNvSpPr>
          <p:nvPr>
            <p:ph type="subTitle" idx="1"/>
          </p:nvPr>
        </p:nvSpPr>
        <p:spPr>
          <a:xfrm>
            <a:off x="1066800" y="3429000"/>
            <a:ext cx="7010400" cy="1600200"/>
          </a:xfrm>
        </p:spPr>
        <p:txBody>
          <a:bodyPr/>
          <a:lstStyle>
            <a:lvl1pPr marL="0" indent="0" algn="ctr">
              <a:buFont typeface="Wingdings" charset="0"/>
              <a:buNone/>
              <a:defRPr sz="2200"/>
            </a:lvl1pPr>
          </a:lstStyle>
          <a:p>
            <a:pPr lvl="0"/>
            <a:r>
              <a:rPr lang="zh-CN" altLang="en-US" noProof="0"/>
              <a:t>单击此处编辑母版副标题样式</a:t>
            </a:r>
            <a:endParaRPr lang="zh-CN" altLang="en-US" noProof="0" dirty="0"/>
          </a:p>
        </p:txBody>
      </p:sp>
    </p:spTree>
    <p:extLst>
      <p:ext uri="{BB962C8B-B14F-4D97-AF65-F5344CB8AC3E}">
        <p14:creationId xmlns:p14="http://schemas.microsoft.com/office/powerpoint/2010/main" val="913134324"/>
      </p:ext>
    </p:extLst>
  </p:cSld>
  <p:clrMapOvr>
    <a:masterClrMapping/>
  </p:clrMapOvr>
  <p:transition/>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Arial" panose="020B0604020202020204" pitchFamily="34" charset="0"/>
                <a:cs typeface="Arial" panose="020B0604020202020204" pitchFamily="34" charset="0"/>
              </a:defRPr>
            </a:lvl1pPr>
          </a:lstStyle>
          <a:p>
            <a:r>
              <a:rPr lang="zh-CN" altLang="en-US"/>
              <a:t>单击此处编辑母版标题样式</a:t>
            </a:r>
          </a:p>
        </p:txBody>
      </p:sp>
      <p:sp>
        <p:nvSpPr>
          <p:cNvPr id="3" name="内容占位符 2"/>
          <p:cNvSpPr>
            <a:spLocks noGrp="1"/>
          </p:cNvSpPr>
          <p:nvPr>
            <p:ph idx="1"/>
          </p:nvPr>
        </p:nvSpPr>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6"/>
          <p:cNvSpPr>
            <a:spLocks noGrp="1" noChangeArrowheads="1"/>
          </p:cNvSpPr>
          <p:nvPr>
            <p:ph type="dt" sz="half" idx="10"/>
          </p:nvPr>
        </p:nvSpPr>
        <p:spPr/>
        <p:txBody>
          <a:bodyPr/>
          <a:lstStyle>
            <a:lvl1pPr>
              <a:defRPr/>
            </a:lvl1pPr>
          </a:lstStyle>
          <a:p>
            <a:pPr>
              <a:defRPr/>
            </a:pPr>
            <a:endParaRPr lang="en-US" altLang="zh-CN">
              <a:solidFill>
                <a:prstClr val="black"/>
              </a:solidFill>
            </a:endParaRPr>
          </a:p>
        </p:txBody>
      </p:sp>
      <p:sp>
        <p:nvSpPr>
          <p:cNvPr id="5" name="Rectangle 7"/>
          <p:cNvSpPr>
            <a:spLocks noGrp="1" noChangeArrowheads="1"/>
          </p:cNvSpPr>
          <p:nvPr>
            <p:ph type="ftr" sz="quarter" idx="11"/>
          </p:nvPr>
        </p:nvSpPr>
        <p:spPr/>
        <p:txBody>
          <a:bodyPr/>
          <a:lstStyle>
            <a:lvl1pPr>
              <a:defRPr/>
            </a:lvl1pPr>
          </a:lstStyle>
          <a:p>
            <a:pPr>
              <a:defRPr/>
            </a:pPr>
            <a:endParaRPr lang="en-US" altLang="zh-CN" dirty="0">
              <a:solidFill>
                <a:prstClr val="black"/>
              </a:solidFill>
            </a:endParaRPr>
          </a:p>
        </p:txBody>
      </p:sp>
      <p:sp>
        <p:nvSpPr>
          <p:cNvPr id="6" name="Rectangle 6"/>
          <p:cNvSpPr>
            <a:spLocks noGrp="1" noChangeArrowheads="1"/>
          </p:cNvSpPr>
          <p:nvPr>
            <p:ph type="sldNum" sz="quarter" idx="12"/>
          </p:nvPr>
        </p:nvSpPr>
        <p:spPr bwMode="auto">
          <a:xfrm>
            <a:off x="65532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lgn="r">
              <a:spcBef>
                <a:spcPct val="0"/>
              </a:spcBef>
              <a:buClrTx/>
              <a:buFontTx/>
              <a:buNone/>
              <a:defRPr sz="1200">
                <a:latin typeface="Verdana" charset="0"/>
                <a:ea typeface="宋体" charset="0"/>
                <a:cs typeface="宋体" charset="0"/>
              </a:defRPr>
            </a:lvl1pPr>
          </a:lstStyle>
          <a:p>
            <a:pPr>
              <a:defRPr/>
            </a:pPr>
            <a:fld id="{BE59E6E9-16BB-4D46-A8D6-97CC594B8C57}" type="slidenum">
              <a:rPr lang="en-US" altLang="zh-CN" smtClean="0"/>
              <a:pPr>
                <a:defRPr/>
              </a:pPr>
              <a:t>‹#›</a:t>
            </a:fld>
            <a:endParaRPr lang="en-US" altLang="zh-CN"/>
          </a:p>
        </p:txBody>
      </p:sp>
    </p:spTree>
    <p:extLst>
      <p:ext uri="{BB962C8B-B14F-4D97-AF65-F5344CB8AC3E}">
        <p14:creationId xmlns:p14="http://schemas.microsoft.com/office/powerpoint/2010/main" val="673716305"/>
      </p:ext>
    </p:extLst>
  </p:cSld>
  <p:clrMapOvr>
    <a:masterClrMapping/>
  </p:clrMapOvr>
  <p:transition/>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6"/>
          <p:cNvSpPr>
            <a:spLocks noGrp="1" noChangeArrowheads="1"/>
          </p:cNvSpPr>
          <p:nvPr>
            <p:ph type="dt" sz="half" idx="10"/>
          </p:nvPr>
        </p:nvSpPr>
        <p:spPr/>
        <p:txBody>
          <a:bodyPr/>
          <a:lstStyle>
            <a:lvl1pPr>
              <a:defRPr/>
            </a:lvl1pPr>
          </a:lstStyle>
          <a:p>
            <a:pPr>
              <a:defRPr/>
            </a:pPr>
            <a:endParaRPr lang="en-US" altLang="zh-CN">
              <a:solidFill>
                <a:prstClr val="black"/>
              </a:solidFill>
            </a:endParaRPr>
          </a:p>
        </p:txBody>
      </p:sp>
      <p:sp>
        <p:nvSpPr>
          <p:cNvPr id="5" name="Rectangle 7"/>
          <p:cNvSpPr>
            <a:spLocks noGrp="1" noChangeArrowheads="1"/>
          </p:cNvSpPr>
          <p:nvPr>
            <p:ph type="ftr" sz="quarter" idx="11"/>
          </p:nvPr>
        </p:nvSpPr>
        <p:spPr/>
        <p:txBody>
          <a:bodyPr/>
          <a:lstStyle>
            <a:lvl1pPr>
              <a:defRPr/>
            </a:lvl1pPr>
          </a:lstStyle>
          <a:p>
            <a:pPr>
              <a:defRPr/>
            </a:pPr>
            <a:endParaRPr lang="en-US" altLang="zh-CN">
              <a:solidFill>
                <a:prstClr val="black"/>
              </a:solidFill>
            </a:endParaRPr>
          </a:p>
        </p:txBody>
      </p:sp>
    </p:spTree>
    <p:extLst>
      <p:ext uri="{BB962C8B-B14F-4D97-AF65-F5344CB8AC3E}">
        <p14:creationId xmlns:p14="http://schemas.microsoft.com/office/powerpoint/2010/main" val="3017697783"/>
      </p:ext>
    </p:extLst>
  </p:cSld>
  <p:clrMapOvr>
    <a:masterClrMapping/>
  </p:clrMapOvr>
  <p:transition/>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566738" y="1341438"/>
            <a:ext cx="3924300" cy="4967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3438" y="1341438"/>
            <a:ext cx="3924300" cy="4967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6"/>
          <p:cNvSpPr>
            <a:spLocks noGrp="1" noChangeArrowheads="1"/>
          </p:cNvSpPr>
          <p:nvPr>
            <p:ph type="dt" sz="half" idx="10"/>
          </p:nvPr>
        </p:nvSpPr>
        <p:spPr/>
        <p:txBody>
          <a:bodyPr/>
          <a:lstStyle>
            <a:lvl1pPr>
              <a:defRPr/>
            </a:lvl1pPr>
          </a:lstStyle>
          <a:p>
            <a:pPr>
              <a:defRPr/>
            </a:pPr>
            <a:endParaRPr lang="en-US" altLang="zh-CN">
              <a:solidFill>
                <a:prstClr val="black"/>
              </a:solidFill>
            </a:endParaRPr>
          </a:p>
        </p:txBody>
      </p:sp>
      <p:sp>
        <p:nvSpPr>
          <p:cNvPr id="6" name="Rectangle 7"/>
          <p:cNvSpPr>
            <a:spLocks noGrp="1" noChangeArrowheads="1"/>
          </p:cNvSpPr>
          <p:nvPr>
            <p:ph type="ftr" sz="quarter" idx="11"/>
          </p:nvPr>
        </p:nvSpPr>
        <p:spPr/>
        <p:txBody>
          <a:bodyPr/>
          <a:lstStyle>
            <a:lvl1pPr>
              <a:defRPr/>
            </a:lvl1pPr>
          </a:lstStyle>
          <a:p>
            <a:pPr>
              <a:defRPr/>
            </a:pPr>
            <a:endParaRPr lang="en-US" altLang="zh-CN">
              <a:solidFill>
                <a:prstClr val="black"/>
              </a:solidFill>
            </a:endParaRPr>
          </a:p>
        </p:txBody>
      </p:sp>
    </p:spTree>
    <p:extLst>
      <p:ext uri="{BB962C8B-B14F-4D97-AF65-F5344CB8AC3E}">
        <p14:creationId xmlns:p14="http://schemas.microsoft.com/office/powerpoint/2010/main" val="1601493699"/>
      </p:ext>
    </p:extLst>
  </p:cSld>
  <p:clrMapOvr>
    <a:masterClrMapping/>
  </p:clrMapOvr>
  <p:transition/>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dirty="0"/>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6"/>
          <p:cNvSpPr>
            <a:spLocks noGrp="1" noChangeArrowheads="1"/>
          </p:cNvSpPr>
          <p:nvPr>
            <p:ph type="dt" sz="half" idx="10"/>
          </p:nvPr>
        </p:nvSpPr>
        <p:spPr/>
        <p:txBody>
          <a:bodyPr/>
          <a:lstStyle>
            <a:lvl1pPr>
              <a:defRPr/>
            </a:lvl1pPr>
          </a:lstStyle>
          <a:p>
            <a:pPr>
              <a:defRPr/>
            </a:pPr>
            <a:endParaRPr lang="en-US" altLang="zh-CN">
              <a:solidFill>
                <a:prstClr val="black"/>
              </a:solidFill>
            </a:endParaRPr>
          </a:p>
        </p:txBody>
      </p:sp>
      <p:sp>
        <p:nvSpPr>
          <p:cNvPr id="8" name="Rectangle 7"/>
          <p:cNvSpPr>
            <a:spLocks noGrp="1" noChangeArrowheads="1"/>
          </p:cNvSpPr>
          <p:nvPr>
            <p:ph type="ftr" sz="quarter" idx="11"/>
          </p:nvPr>
        </p:nvSpPr>
        <p:spPr/>
        <p:txBody>
          <a:bodyPr/>
          <a:lstStyle>
            <a:lvl1pPr>
              <a:defRPr/>
            </a:lvl1pPr>
          </a:lstStyle>
          <a:p>
            <a:pPr>
              <a:defRPr/>
            </a:pPr>
            <a:endParaRPr lang="en-US" altLang="zh-CN">
              <a:solidFill>
                <a:prstClr val="black"/>
              </a:solidFill>
            </a:endParaRPr>
          </a:p>
        </p:txBody>
      </p:sp>
    </p:spTree>
    <p:extLst>
      <p:ext uri="{BB962C8B-B14F-4D97-AF65-F5344CB8AC3E}">
        <p14:creationId xmlns:p14="http://schemas.microsoft.com/office/powerpoint/2010/main" val="228045674"/>
      </p:ext>
    </p:extLst>
  </p:cSld>
  <p:clrMapOvr>
    <a:masterClrMapping/>
  </p:clrMapOvr>
  <p:transition/>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6"/>
          <p:cNvSpPr>
            <a:spLocks noGrp="1" noChangeArrowheads="1"/>
          </p:cNvSpPr>
          <p:nvPr>
            <p:ph type="dt" sz="half" idx="10"/>
          </p:nvPr>
        </p:nvSpPr>
        <p:spPr/>
        <p:txBody>
          <a:bodyPr/>
          <a:lstStyle>
            <a:lvl1pPr>
              <a:defRPr/>
            </a:lvl1pPr>
          </a:lstStyle>
          <a:p>
            <a:pPr>
              <a:defRPr/>
            </a:pPr>
            <a:endParaRPr lang="en-US" altLang="zh-CN">
              <a:solidFill>
                <a:prstClr val="black"/>
              </a:solidFill>
            </a:endParaRPr>
          </a:p>
        </p:txBody>
      </p:sp>
      <p:sp>
        <p:nvSpPr>
          <p:cNvPr id="4" name="Rectangle 7"/>
          <p:cNvSpPr>
            <a:spLocks noGrp="1" noChangeArrowheads="1"/>
          </p:cNvSpPr>
          <p:nvPr>
            <p:ph type="ftr" sz="quarter" idx="11"/>
          </p:nvPr>
        </p:nvSpPr>
        <p:spPr/>
        <p:txBody>
          <a:bodyPr/>
          <a:lstStyle>
            <a:lvl1pPr>
              <a:defRPr/>
            </a:lvl1pPr>
          </a:lstStyle>
          <a:p>
            <a:pPr>
              <a:defRPr/>
            </a:pPr>
            <a:endParaRPr lang="en-US" altLang="zh-CN">
              <a:solidFill>
                <a:prstClr val="black"/>
              </a:solidFill>
            </a:endParaRPr>
          </a:p>
        </p:txBody>
      </p:sp>
      <p:sp>
        <p:nvSpPr>
          <p:cNvPr id="5" name="Rectangle 6"/>
          <p:cNvSpPr>
            <a:spLocks noGrp="1" noChangeArrowheads="1"/>
          </p:cNvSpPr>
          <p:nvPr>
            <p:ph type="sldNum" sz="quarter" idx="12"/>
          </p:nvPr>
        </p:nvSpPr>
        <p:spPr bwMode="auto">
          <a:xfrm>
            <a:off x="65532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lgn="r">
              <a:spcBef>
                <a:spcPct val="0"/>
              </a:spcBef>
              <a:buClrTx/>
              <a:buFontTx/>
              <a:buNone/>
              <a:defRPr sz="1200">
                <a:latin typeface="Verdana" charset="0"/>
                <a:ea typeface="宋体" charset="0"/>
                <a:cs typeface="宋体" charset="0"/>
              </a:defRPr>
            </a:lvl1pPr>
          </a:lstStyle>
          <a:p>
            <a:pPr>
              <a:defRPr/>
            </a:pPr>
            <a:fld id="{BE59E6E9-16BB-4D46-A8D6-97CC594B8C57}" type="slidenum">
              <a:rPr lang="en-US" altLang="zh-CN" smtClean="0"/>
              <a:pPr>
                <a:defRPr/>
              </a:pPr>
              <a:t>‹#›</a:t>
            </a:fld>
            <a:endParaRPr lang="en-US" altLang="zh-CN"/>
          </a:p>
        </p:txBody>
      </p:sp>
    </p:spTree>
    <p:extLst>
      <p:ext uri="{BB962C8B-B14F-4D97-AF65-F5344CB8AC3E}">
        <p14:creationId xmlns:p14="http://schemas.microsoft.com/office/powerpoint/2010/main" val="4032735850"/>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p:txBody>
          <a:bodyPr/>
          <a:lstStyle>
            <a:lvl1pPr>
              <a:defRPr/>
            </a:lvl1pPr>
          </a:lstStyle>
          <a:p>
            <a:pPr>
              <a:defRPr/>
            </a:pPr>
            <a:endParaRPr lang="en-US" altLang="zh-CN">
              <a:solidFill>
                <a:prstClr val="black"/>
              </a:solidFill>
            </a:endParaRPr>
          </a:p>
        </p:txBody>
      </p:sp>
      <p:sp>
        <p:nvSpPr>
          <p:cNvPr id="3" name="Rectangle 7"/>
          <p:cNvSpPr>
            <a:spLocks noGrp="1" noChangeArrowheads="1"/>
          </p:cNvSpPr>
          <p:nvPr>
            <p:ph type="ftr" sz="quarter" idx="11"/>
          </p:nvPr>
        </p:nvSpPr>
        <p:spPr/>
        <p:txBody>
          <a:bodyPr/>
          <a:lstStyle>
            <a:lvl1pPr>
              <a:defRPr/>
            </a:lvl1pPr>
          </a:lstStyle>
          <a:p>
            <a:pPr>
              <a:defRPr/>
            </a:pPr>
            <a:endParaRPr lang="en-US" altLang="zh-CN">
              <a:solidFill>
                <a:prstClr val="black"/>
              </a:solidFill>
            </a:endParaRPr>
          </a:p>
        </p:txBody>
      </p:sp>
      <p:sp>
        <p:nvSpPr>
          <p:cNvPr id="4" name="Rectangle 6"/>
          <p:cNvSpPr>
            <a:spLocks noGrp="1" noChangeArrowheads="1"/>
          </p:cNvSpPr>
          <p:nvPr>
            <p:ph type="sldNum" sz="quarter" idx="12"/>
          </p:nvPr>
        </p:nvSpPr>
        <p:spPr bwMode="auto">
          <a:xfrm>
            <a:off x="6553200" y="6248400"/>
            <a:ext cx="19050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lgn="r">
              <a:spcBef>
                <a:spcPct val="0"/>
              </a:spcBef>
              <a:buClrTx/>
              <a:buFontTx/>
              <a:buNone/>
              <a:defRPr sz="1200">
                <a:latin typeface="Verdana" charset="0"/>
                <a:ea typeface="宋体" charset="0"/>
                <a:cs typeface="宋体" charset="0"/>
              </a:defRPr>
            </a:lvl1pPr>
          </a:lstStyle>
          <a:p>
            <a:pPr>
              <a:defRPr/>
            </a:pPr>
            <a:fld id="{BE59E6E9-16BB-4D46-A8D6-97CC594B8C57}" type="slidenum">
              <a:rPr lang="en-US" altLang="zh-CN" smtClean="0"/>
              <a:pPr>
                <a:defRPr/>
              </a:pPr>
              <a:t>‹#›</a:t>
            </a:fld>
            <a:endParaRPr lang="en-US" altLang="zh-CN"/>
          </a:p>
        </p:txBody>
      </p:sp>
    </p:spTree>
    <p:extLst>
      <p:ext uri="{BB962C8B-B14F-4D97-AF65-F5344CB8AC3E}">
        <p14:creationId xmlns:p14="http://schemas.microsoft.com/office/powerpoint/2010/main" val="2365140948"/>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dt" sz="half" idx="10"/>
          </p:nvPr>
        </p:nvSpPr>
        <p:spPr/>
        <p:txBody>
          <a:bodyPr/>
          <a:lstStyle>
            <a:lvl1pPr>
              <a:defRPr/>
            </a:lvl1pPr>
          </a:lstStyle>
          <a:p>
            <a:pPr>
              <a:defRPr/>
            </a:pPr>
            <a:endParaRPr lang="en-US" altLang="zh-CN">
              <a:solidFill>
                <a:prstClr val="black"/>
              </a:solidFill>
            </a:endParaRPr>
          </a:p>
        </p:txBody>
      </p:sp>
      <p:sp>
        <p:nvSpPr>
          <p:cNvPr id="6" name="Rectangle 7"/>
          <p:cNvSpPr>
            <a:spLocks noGrp="1" noChangeArrowheads="1"/>
          </p:cNvSpPr>
          <p:nvPr>
            <p:ph type="ftr" sz="quarter" idx="11"/>
          </p:nvPr>
        </p:nvSpPr>
        <p:spPr/>
        <p:txBody>
          <a:bodyPr/>
          <a:lstStyle>
            <a:lvl1pPr>
              <a:defRPr/>
            </a:lvl1pPr>
          </a:lstStyle>
          <a:p>
            <a:pPr>
              <a:defRPr/>
            </a:pPr>
            <a:endParaRPr lang="en-US" altLang="zh-CN">
              <a:solidFill>
                <a:prstClr val="black"/>
              </a:solidFill>
            </a:endParaRPr>
          </a:p>
        </p:txBody>
      </p:sp>
    </p:spTree>
    <p:extLst>
      <p:ext uri="{BB962C8B-B14F-4D97-AF65-F5344CB8AC3E}">
        <p14:creationId xmlns:p14="http://schemas.microsoft.com/office/powerpoint/2010/main" val="1592207699"/>
      </p:ext>
    </p:extLst>
  </p:cSld>
  <p:clrMapOvr>
    <a:masterClrMapping/>
  </p:clrMapOvr>
  <p:transition/>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dt" sz="half" idx="10"/>
          </p:nvPr>
        </p:nvSpPr>
        <p:spPr/>
        <p:txBody>
          <a:bodyPr/>
          <a:lstStyle>
            <a:lvl1pPr>
              <a:defRPr/>
            </a:lvl1pPr>
          </a:lstStyle>
          <a:p>
            <a:pPr>
              <a:defRPr/>
            </a:pPr>
            <a:endParaRPr lang="en-US" altLang="zh-CN">
              <a:solidFill>
                <a:prstClr val="black"/>
              </a:solidFill>
            </a:endParaRPr>
          </a:p>
        </p:txBody>
      </p:sp>
      <p:sp>
        <p:nvSpPr>
          <p:cNvPr id="6" name="Rectangle 7"/>
          <p:cNvSpPr>
            <a:spLocks noGrp="1" noChangeArrowheads="1"/>
          </p:cNvSpPr>
          <p:nvPr>
            <p:ph type="ftr" sz="quarter" idx="11"/>
          </p:nvPr>
        </p:nvSpPr>
        <p:spPr/>
        <p:txBody>
          <a:bodyPr/>
          <a:lstStyle>
            <a:lvl1pPr>
              <a:defRPr/>
            </a:lvl1pPr>
          </a:lstStyle>
          <a:p>
            <a:pPr>
              <a:defRPr/>
            </a:pPr>
            <a:endParaRPr lang="en-US" altLang="zh-CN">
              <a:solidFill>
                <a:prstClr val="black"/>
              </a:solidFill>
            </a:endParaRPr>
          </a:p>
        </p:txBody>
      </p:sp>
    </p:spTree>
    <p:extLst>
      <p:ext uri="{BB962C8B-B14F-4D97-AF65-F5344CB8AC3E}">
        <p14:creationId xmlns:p14="http://schemas.microsoft.com/office/powerpoint/2010/main" val="1837700867"/>
      </p:ext>
    </p:extLst>
  </p:cSld>
  <p:clrMapOvr>
    <a:masterClrMapping/>
  </p:clrMapOvr>
  <p:transition/>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本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dt" sz="half" idx="10"/>
          </p:nvPr>
        </p:nvSpPr>
        <p:spPr/>
        <p:txBody>
          <a:bodyPr/>
          <a:lstStyle>
            <a:lvl1pPr>
              <a:defRPr/>
            </a:lvl1pPr>
          </a:lstStyle>
          <a:p>
            <a:pPr>
              <a:defRPr/>
            </a:pPr>
            <a:endParaRPr lang="en-US" altLang="zh-CN">
              <a:solidFill>
                <a:prstClr val="black"/>
              </a:solidFill>
            </a:endParaRPr>
          </a:p>
        </p:txBody>
      </p:sp>
      <p:sp>
        <p:nvSpPr>
          <p:cNvPr id="5" name="Rectangle 7"/>
          <p:cNvSpPr>
            <a:spLocks noGrp="1" noChangeArrowheads="1"/>
          </p:cNvSpPr>
          <p:nvPr>
            <p:ph type="ftr" sz="quarter" idx="11"/>
          </p:nvPr>
        </p:nvSpPr>
        <p:spPr/>
        <p:txBody>
          <a:bodyPr/>
          <a:lstStyle>
            <a:lvl1pPr>
              <a:defRPr/>
            </a:lvl1pPr>
          </a:lstStyle>
          <a:p>
            <a:pPr>
              <a:defRPr/>
            </a:pPr>
            <a:endParaRPr lang="en-US" altLang="zh-CN">
              <a:solidFill>
                <a:prstClr val="black"/>
              </a:solidFill>
            </a:endParaRPr>
          </a:p>
        </p:txBody>
      </p:sp>
    </p:spTree>
    <p:extLst>
      <p:ext uri="{BB962C8B-B14F-4D97-AF65-F5344CB8AC3E}">
        <p14:creationId xmlns:p14="http://schemas.microsoft.com/office/powerpoint/2010/main" val="1278568244"/>
      </p:ext>
    </p:extLst>
  </p:cSld>
  <p:clrMapOvr>
    <a:masterClrMapping/>
  </p:clrMapOvr>
  <p:transition/>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3838" y="304800"/>
            <a:ext cx="2001837" cy="6003925"/>
          </a:xfrm>
        </p:spPr>
        <p:txBody>
          <a:bodyPr vert="eaVert"/>
          <a:lstStyle/>
          <a:p>
            <a:r>
              <a:rPr lang="zh-CN" altLang="en-US"/>
              <a:t>单击此处编辑母版标题样式</a:t>
            </a:r>
          </a:p>
        </p:txBody>
      </p:sp>
      <p:sp>
        <p:nvSpPr>
          <p:cNvPr id="3" name="竖排文本占位符 2"/>
          <p:cNvSpPr>
            <a:spLocks noGrp="1"/>
          </p:cNvSpPr>
          <p:nvPr>
            <p:ph type="body" orient="vert" idx="1"/>
          </p:nvPr>
        </p:nvSpPr>
        <p:spPr>
          <a:xfrm>
            <a:off x="566738" y="304800"/>
            <a:ext cx="5854700" cy="60039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dt" sz="half" idx="10"/>
          </p:nvPr>
        </p:nvSpPr>
        <p:spPr/>
        <p:txBody>
          <a:bodyPr/>
          <a:lstStyle>
            <a:lvl1pPr>
              <a:defRPr/>
            </a:lvl1pPr>
          </a:lstStyle>
          <a:p>
            <a:pPr>
              <a:defRPr/>
            </a:pPr>
            <a:endParaRPr lang="en-US" altLang="zh-CN">
              <a:solidFill>
                <a:prstClr val="black"/>
              </a:solidFill>
            </a:endParaRPr>
          </a:p>
        </p:txBody>
      </p:sp>
      <p:sp>
        <p:nvSpPr>
          <p:cNvPr id="5" name="Rectangle 7"/>
          <p:cNvSpPr>
            <a:spLocks noGrp="1" noChangeArrowheads="1"/>
          </p:cNvSpPr>
          <p:nvPr>
            <p:ph type="ftr" sz="quarter" idx="11"/>
          </p:nvPr>
        </p:nvSpPr>
        <p:spPr/>
        <p:txBody>
          <a:bodyPr/>
          <a:lstStyle>
            <a:lvl1pPr>
              <a:defRPr/>
            </a:lvl1pPr>
          </a:lstStyle>
          <a:p>
            <a:pPr>
              <a:defRPr/>
            </a:pPr>
            <a:endParaRPr lang="en-US" altLang="zh-CN">
              <a:solidFill>
                <a:prstClr val="black"/>
              </a:solidFill>
            </a:endParaRPr>
          </a:p>
        </p:txBody>
      </p:sp>
    </p:spTree>
    <p:extLst>
      <p:ext uri="{BB962C8B-B14F-4D97-AF65-F5344CB8AC3E}">
        <p14:creationId xmlns:p14="http://schemas.microsoft.com/office/powerpoint/2010/main" val="1746214557"/>
      </p:ext>
    </p:extLst>
  </p:cSld>
  <p:clrMapOvr>
    <a:masterClrMapping/>
  </p:clrMapOvr>
  <p:transition/>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标题、文本和内容">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0"/>
            <a:ext cx="8001000" cy="676275"/>
          </a:xfrm>
        </p:spPr>
        <p:txBody>
          <a:bodyPr/>
          <a:lstStyle/>
          <a:p>
            <a:r>
              <a:rPr lang="zh-CN" altLang="en-US"/>
              <a:t>单击此处编辑母版标题样式</a:t>
            </a:r>
          </a:p>
        </p:txBody>
      </p:sp>
      <p:sp>
        <p:nvSpPr>
          <p:cNvPr id="3" name="文本占位符 2"/>
          <p:cNvSpPr>
            <a:spLocks noGrp="1"/>
          </p:cNvSpPr>
          <p:nvPr>
            <p:ph type="body" sz="half" idx="1"/>
          </p:nvPr>
        </p:nvSpPr>
        <p:spPr>
          <a:xfrm>
            <a:off x="566738" y="1341438"/>
            <a:ext cx="3924300" cy="49672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3438" y="1341438"/>
            <a:ext cx="3924300" cy="49672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6"/>
          <p:cNvSpPr>
            <a:spLocks noGrp="1" noChangeArrowheads="1"/>
          </p:cNvSpPr>
          <p:nvPr>
            <p:ph type="dt" sz="half" idx="10"/>
          </p:nvPr>
        </p:nvSpPr>
        <p:spPr/>
        <p:txBody>
          <a:bodyPr/>
          <a:lstStyle>
            <a:lvl1pPr>
              <a:defRPr/>
            </a:lvl1pPr>
          </a:lstStyle>
          <a:p>
            <a:pPr>
              <a:defRPr/>
            </a:pPr>
            <a:endParaRPr lang="en-US" altLang="zh-CN">
              <a:solidFill>
                <a:prstClr val="black"/>
              </a:solidFill>
            </a:endParaRPr>
          </a:p>
        </p:txBody>
      </p:sp>
      <p:sp>
        <p:nvSpPr>
          <p:cNvPr id="6" name="Rectangle 7"/>
          <p:cNvSpPr>
            <a:spLocks noGrp="1" noChangeArrowheads="1"/>
          </p:cNvSpPr>
          <p:nvPr>
            <p:ph type="ftr" sz="quarter" idx="11"/>
          </p:nvPr>
        </p:nvSpPr>
        <p:spPr/>
        <p:txBody>
          <a:bodyPr/>
          <a:lstStyle>
            <a:lvl1pPr>
              <a:defRPr/>
            </a:lvl1pPr>
          </a:lstStyle>
          <a:p>
            <a:pPr>
              <a:defRPr/>
            </a:pPr>
            <a:endParaRPr lang="en-US" altLang="zh-CN">
              <a:solidFill>
                <a:prstClr val="black"/>
              </a:solidFill>
            </a:endParaRPr>
          </a:p>
        </p:txBody>
      </p:sp>
    </p:spTree>
    <p:extLst>
      <p:ext uri="{BB962C8B-B14F-4D97-AF65-F5344CB8AC3E}">
        <p14:creationId xmlns:p14="http://schemas.microsoft.com/office/powerpoint/2010/main" val="39176938"/>
      </p:ext>
    </p:extLst>
  </p:cSld>
  <p:clrMapOvr>
    <a:masterClrMapping/>
  </p:clrMapOvr>
  <p:transition/>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21482" y="365126"/>
            <a:ext cx="7929563" cy="673100"/>
          </a:xfrm>
          <a:prstGeom prst="rect">
            <a:avLst/>
          </a:prstGeom>
        </p:spPr>
        <p:txBody>
          <a:bodyPr/>
          <a:lstStyle>
            <a:lvl1pPr>
              <a:defRPr sz="2700" baseline="0">
                <a:latin typeface="Times New Roman" panose="02020603050405020304" pitchFamily="18" charset="0"/>
                <a:ea typeface="黑体" panose="02010609060101010101" pitchFamily="49" charset="-122"/>
              </a:defRPr>
            </a:lvl1pPr>
          </a:lstStyle>
          <a:p>
            <a:endParaRPr lang="zh-CN" altLang="en-US" dirty="0"/>
          </a:p>
        </p:txBody>
      </p:sp>
      <p:sp>
        <p:nvSpPr>
          <p:cNvPr id="3" name="内容占位符 2"/>
          <p:cNvSpPr>
            <a:spLocks noGrp="1"/>
          </p:cNvSpPr>
          <p:nvPr>
            <p:ph idx="1"/>
          </p:nvPr>
        </p:nvSpPr>
        <p:spPr>
          <a:xfrm>
            <a:off x="421482" y="1390651"/>
            <a:ext cx="8093868" cy="4786313"/>
          </a:xfrm>
          <a:prstGeom prst="rect">
            <a:avLst/>
          </a:prstGeom>
        </p:spPr>
        <p:txBody>
          <a:bodyPr/>
          <a:lstStyle>
            <a:lvl1pPr>
              <a:buClr>
                <a:schemeClr val="accent1"/>
              </a:buClr>
              <a:defRPr sz="1800" baseline="0">
                <a:latin typeface="Times New Roman" panose="02020603050405020304" pitchFamily="18" charset="0"/>
                <a:ea typeface="黑体" panose="02010609060101010101" pitchFamily="49" charset="-122"/>
              </a:defRPr>
            </a:lvl1pPr>
            <a:lvl2pPr>
              <a:buClr>
                <a:schemeClr val="accent1"/>
              </a:buClr>
              <a:defRPr sz="1500" baseline="0">
                <a:latin typeface="Times New Roman" panose="02020603050405020304" pitchFamily="18" charset="0"/>
                <a:ea typeface="黑体" panose="02010609060101010101" pitchFamily="49" charset="-122"/>
              </a:defRPr>
            </a:lvl2pPr>
            <a:lvl3pPr>
              <a:buClr>
                <a:schemeClr val="accent1"/>
              </a:buClr>
              <a:defRPr sz="1350" baseline="0">
                <a:latin typeface="Times New Roman" panose="02020603050405020304" pitchFamily="18" charset="0"/>
                <a:ea typeface="黑体" panose="02010609060101010101" pitchFamily="49" charset="-122"/>
              </a:defRPr>
            </a:lvl3pPr>
            <a:lvl4pPr>
              <a:buClr>
                <a:schemeClr val="accent1"/>
              </a:buClr>
              <a:defRPr sz="1200" baseline="0">
                <a:latin typeface="Times New Roman" panose="02020603050405020304" pitchFamily="18" charset="0"/>
                <a:ea typeface="黑体" panose="02010609060101010101" pitchFamily="49" charset="-122"/>
              </a:defRPr>
            </a:lvl4pPr>
            <a:lvl5pPr>
              <a:buClr>
                <a:schemeClr val="accent1"/>
              </a:buClr>
              <a:defRPr baseline="0">
                <a:latin typeface="Times New Roman" panose="02020603050405020304" pitchFamily="18" charset="0"/>
                <a:ea typeface="黑体" panose="02010609060101010101" pitchFamily="49"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 name="Rectangle 6"/>
          <p:cNvSpPr>
            <a:spLocks noGrp="1" noChangeArrowheads="1"/>
          </p:cNvSpPr>
          <p:nvPr>
            <p:ph type="sldNum" sz="quarter" idx="12"/>
          </p:nvPr>
        </p:nvSpPr>
        <p:spPr bwMode="auto">
          <a:xfrm>
            <a:off x="7086600" y="6300787"/>
            <a:ext cx="142875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lgn="r">
              <a:spcBef>
                <a:spcPct val="0"/>
              </a:spcBef>
              <a:buClrTx/>
              <a:buFontTx/>
              <a:buNone/>
              <a:defRPr sz="900">
                <a:latin typeface="Verdana" charset="0"/>
                <a:ea typeface="宋体" charset="0"/>
                <a:cs typeface="宋体" charset="0"/>
              </a:defRPr>
            </a:lvl1pPr>
          </a:lstStyle>
          <a:p>
            <a:pPr>
              <a:defRPr/>
            </a:pPr>
            <a:fld id="{BE59E6E9-16BB-4D46-A8D6-97CC594B8C57}" type="slidenum">
              <a:rPr lang="en-US" altLang="zh-CN"/>
              <a:pPr>
                <a:defRPr/>
              </a:pPr>
              <a:t>‹#›</a:t>
            </a:fld>
            <a:endParaRPr lang="en-US" altLang="zh-CN"/>
          </a:p>
        </p:txBody>
      </p:sp>
    </p:spTree>
    <p:extLst>
      <p:ext uri="{BB962C8B-B14F-4D97-AF65-F5344CB8AC3E}">
        <p14:creationId xmlns:p14="http://schemas.microsoft.com/office/powerpoint/2010/main" val="777922031"/>
      </p:ext>
    </p:extLst>
  </p:cSld>
  <p:clrMapOvr>
    <a:masterClrMapping/>
  </p:clrMapOvr>
  <p:transition/>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
        <p:nvSpPr>
          <p:cNvPr id="6" name="标题 1"/>
          <p:cNvSpPr>
            <a:spLocks noGrp="1"/>
          </p:cNvSpPr>
          <p:nvPr>
            <p:ph type="title"/>
          </p:nvPr>
        </p:nvSpPr>
        <p:spPr>
          <a:xfrm>
            <a:off x="421482" y="365126"/>
            <a:ext cx="7929563" cy="673100"/>
          </a:xfrm>
          <a:prstGeom prst="rect">
            <a:avLst/>
          </a:prstGeom>
        </p:spPr>
        <p:txBody>
          <a:bodyPr/>
          <a:lstStyle>
            <a:lvl1pPr>
              <a:defRPr sz="3000" baseline="0">
                <a:latin typeface="Times New Roman" panose="02020603050405020304" pitchFamily="18" charset="0"/>
                <a:ea typeface="黑体" panose="02010609060101010101" pitchFamily="49" charset="-122"/>
              </a:defRPr>
            </a:lvl1pPr>
          </a:lstStyle>
          <a:p>
            <a:r>
              <a:rPr lang="zh-CN" altLang="en-US" dirty="0"/>
              <a:t>单击此处编辑母版标题样式</a:t>
            </a:r>
          </a:p>
        </p:txBody>
      </p:sp>
      <p:sp>
        <p:nvSpPr>
          <p:cNvPr id="7" name="Rectangle 6"/>
          <p:cNvSpPr>
            <a:spLocks noGrp="1" noChangeArrowheads="1"/>
          </p:cNvSpPr>
          <p:nvPr>
            <p:ph type="sldNum" sz="quarter" idx="12"/>
          </p:nvPr>
        </p:nvSpPr>
        <p:spPr bwMode="auto">
          <a:xfrm>
            <a:off x="7086600" y="6300787"/>
            <a:ext cx="142875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lgn="r">
              <a:spcBef>
                <a:spcPct val="0"/>
              </a:spcBef>
              <a:buClrTx/>
              <a:buFontTx/>
              <a:buNone/>
              <a:defRPr sz="900">
                <a:latin typeface="Verdana" charset="0"/>
                <a:ea typeface="宋体" charset="0"/>
                <a:cs typeface="宋体" charset="0"/>
              </a:defRPr>
            </a:lvl1pPr>
          </a:lstStyle>
          <a:p>
            <a:pPr>
              <a:defRPr/>
            </a:pPr>
            <a:fld id="{BE59E6E9-16BB-4D46-A8D6-97CC594B8C57}" type="slidenum">
              <a:rPr lang="en-US" altLang="zh-CN"/>
              <a:pPr>
                <a:defRPr/>
              </a:pPr>
              <a:t>‹#›</a:t>
            </a:fld>
            <a:endParaRPr lang="en-US" altLang="zh-CN"/>
          </a:p>
        </p:txBody>
      </p:sp>
    </p:spTree>
    <p:extLst>
      <p:ext uri="{BB962C8B-B14F-4D97-AF65-F5344CB8AC3E}">
        <p14:creationId xmlns:p14="http://schemas.microsoft.com/office/powerpoint/2010/main" val="540107791"/>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00418" name="Rectangle 2"/>
          <p:cNvSpPr>
            <a:spLocks noGrp="1" noChangeArrowheads="1"/>
          </p:cNvSpPr>
          <p:nvPr>
            <p:ph type="title"/>
          </p:nvPr>
        </p:nvSpPr>
        <p:spPr bwMode="auto">
          <a:xfrm>
            <a:off x="574675" y="304800"/>
            <a:ext cx="8001000"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700419" name="Rectangle 3"/>
          <p:cNvSpPr>
            <a:spLocks noGrp="1" noChangeArrowheads="1"/>
          </p:cNvSpPr>
          <p:nvPr>
            <p:ph type="body" idx="1"/>
          </p:nvPr>
        </p:nvSpPr>
        <p:spPr bwMode="auto">
          <a:xfrm>
            <a:off x="566738" y="1341438"/>
            <a:ext cx="8001000" cy="4967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endParaRPr lang="en-US" altLang="zh-CN" dirty="0"/>
          </a:p>
          <a:p>
            <a:pPr lvl="1"/>
            <a:r>
              <a:rPr lang="zh-CN" altLang="en-US" dirty="0"/>
              <a:t>第二级</a:t>
            </a:r>
            <a:endParaRPr lang="en-US" altLang="zh-CN" dirty="0"/>
          </a:p>
          <a:p>
            <a:pPr lvl="2"/>
            <a:r>
              <a:rPr lang="zh-CN" altLang="en-US" dirty="0"/>
              <a:t>第三级</a:t>
            </a:r>
            <a:endParaRPr lang="en-US" altLang="zh-CN" dirty="0"/>
          </a:p>
          <a:p>
            <a:pPr lvl="3"/>
            <a:r>
              <a:rPr lang="zh-CN" altLang="en-US" dirty="0"/>
              <a:t>第四级</a:t>
            </a:r>
            <a:endParaRPr lang="en-US" altLang="zh-CN" dirty="0"/>
          </a:p>
          <a:p>
            <a:pPr lvl="4"/>
            <a:r>
              <a:rPr lang="zh-CN" altLang="en-US" dirty="0"/>
              <a:t>第五级</a:t>
            </a:r>
          </a:p>
        </p:txBody>
      </p:sp>
      <p:sp>
        <p:nvSpPr>
          <p:cNvPr id="1028" name="AutoShape 4"/>
          <p:cNvSpPr>
            <a:spLocks noChangeArrowheads="1"/>
          </p:cNvSpPr>
          <p:nvPr/>
        </p:nvSpPr>
        <p:spPr bwMode="auto">
          <a:xfrm>
            <a:off x="611188" y="1125538"/>
            <a:ext cx="7958137" cy="109537"/>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tx2"/>
          </a:solidFill>
          <a:ln w="9525">
            <a:solidFill>
              <a:schemeClr val="tx2"/>
            </a:solidFill>
            <a:round/>
            <a:headEnd/>
            <a:tailEnd/>
          </a:ln>
        </p:spPr>
        <p:txBody>
          <a:bodyPr/>
          <a:lstStyle/>
          <a:p>
            <a:pPr>
              <a:buClr>
                <a:srgbClr val="C0504D"/>
              </a:buClr>
            </a:pPr>
            <a:endParaRPr lang="zh-CN" altLang="en-US">
              <a:solidFill>
                <a:prstClr val="black"/>
              </a:solidFill>
            </a:endParaRPr>
          </a:p>
        </p:txBody>
      </p:sp>
      <p:sp>
        <p:nvSpPr>
          <p:cNvPr id="700422" name="Rectangle 6"/>
          <p:cNvSpPr>
            <a:spLocks noGrp="1" noChangeArrowheads="1"/>
          </p:cNvSpPr>
          <p:nvPr>
            <p:ph type="dt" sz="half" idx="2"/>
          </p:nvPr>
        </p:nvSpPr>
        <p:spPr bwMode="auto">
          <a:xfrm>
            <a:off x="609600" y="6245225"/>
            <a:ext cx="19812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spcBef>
                <a:spcPct val="0"/>
              </a:spcBef>
              <a:buClrTx/>
              <a:buFontTx/>
              <a:buNone/>
              <a:defRPr sz="1200">
                <a:latin typeface="Verdana" charset="0"/>
                <a:ea typeface="宋体" charset="0"/>
                <a:cs typeface="宋体" charset="0"/>
              </a:defRPr>
            </a:lvl1pPr>
          </a:lstStyle>
          <a:p>
            <a:pPr>
              <a:defRPr/>
            </a:pPr>
            <a:endParaRPr lang="en-US" altLang="zh-CN">
              <a:solidFill>
                <a:prstClr val="black"/>
              </a:solidFill>
            </a:endParaRPr>
          </a:p>
        </p:txBody>
      </p:sp>
      <p:sp>
        <p:nvSpPr>
          <p:cNvPr id="700423" name="Rectangle 7"/>
          <p:cNvSpPr>
            <a:spLocks noGrp="1" noChangeArrowheads="1"/>
          </p:cNvSpPr>
          <p:nvPr>
            <p:ph type="ftr" sz="quarter" idx="3"/>
          </p:nvPr>
        </p:nvSpPr>
        <p:spPr bwMode="auto">
          <a:xfrm>
            <a:off x="7191375" y="6624638"/>
            <a:ext cx="1952625" cy="233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0" numCol="1" anchor="t" anchorCtr="0" compatLnSpc="1">
            <a:prstTxWarp prst="textNoShape">
              <a:avLst/>
            </a:prstTxWarp>
          </a:bodyPr>
          <a:lstStyle>
            <a:lvl1pPr algn="r">
              <a:spcBef>
                <a:spcPct val="0"/>
              </a:spcBef>
              <a:buClrTx/>
              <a:buFontTx/>
              <a:buNone/>
              <a:defRPr sz="1200">
                <a:latin typeface="Verdana" charset="0"/>
                <a:ea typeface="宋体" charset="0"/>
                <a:cs typeface="宋体" charset="0"/>
              </a:defRPr>
            </a:lvl1pPr>
          </a:lstStyle>
          <a:p>
            <a:pPr>
              <a:defRPr/>
            </a:pPr>
            <a:endParaRPr lang="en-US" altLang="zh-CN">
              <a:solidFill>
                <a:prstClr val="black"/>
              </a:solidFill>
            </a:endParaRPr>
          </a:p>
        </p:txBody>
      </p:sp>
      <p:pic>
        <p:nvPicPr>
          <p:cNvPr id="4" name="图片 3"/>
          <p:cNvPicPr>
            <a:picLocks noChangeAspect="1"/>
          </p:cNvPicPr>
          <p:nvPr/>
        </p:nvPicPr>
        <p:blipFill rotWithShape="1">
          <a:blip r:embed="rId18">
            <a:extLst>
              <a:ext uri="{28A0092B-C50C-407E-A947-70E740481C1C}">
                <a14:useLocalDpi xmlns:a14="http://schemas.microsoft.com/office/drawing/2010/main" val="0"/>
              </a:ext>
            </a:extLst>
          </a:blip>
          <a:srcRect l="17162" t="3708" r="20626" b="6469"/>
          <a:stretch/>
        </p:blipFill>
        <p:spPr>
          <a:xfrm>
            <a:off x="8010987" y="8620"/>
            <a:ext cx="1121558" cy="1080914"/>
          </a:xfrm>
          <a:prstGeom prst="rect">
            <a:avLst/>
          </a:prstGeom>
        </p:spPr>
      </p:pic>
    </p:spTree>
    <p:extLst>
      <p:ext uri="{BB962C8B-B14F-4D97-AF65-F5344CB8AC3E}">
        <p14:creationId xmlns:p14="http://schemas.microsoft.com/office/powerpoint/2010/main" val="3543380734"/>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50" r:id="rId15"/>
    <p:sldLayoutId id="2147483654" r:id="rId16"/>
  </p:sldLayoutIdLst>
  <p:transition/>
  <p:hf hdr="0" ftr="0" dt="0"/>
  <p:txStyles>
    <p:titleStyle>
      <a:lvl1pPr algn="l" rtl="0" eaLnBrk="1" fontAlgn="base" hangingPunct="1">
        <a:spcBef>
          <a:spcPct val="0"/>
        </a:spcBef>
        <a:spcAft>
          <a:spcPct val="0"/>
        </a:spcAft>
        <a:defRPr kumimoji="1" sz="3800">
          <a:solidFill>
            <a:schemeClr val="tx2"/>
          </a:solidFill>
          <a:latin typeface="+mj-lt"/>
          <a:ea typeface="+mj-ea"/>
          <a:cs typeface="+mj-cs"/>
        </a:defRPr>
      </a:lvl1pPr>
      <a:lvl2pPr algn="l" rtl="0" eaLnBrk="1" fontAlgn="base" hangingPunct="1">
        <a:spcBef>
          <a:spcPct val="0"/>
        </a:spcBef>
        <a:spcAft>
          <a:spcPct val="0"/>
        </a:spcAft>
        <a:defRPr kumimoji="1" sz="3800">
          <a:solidFill>
            <a:schemeClr val="tx2"/>
          </a:solidFill>
          <a:latin typeface="Times New Roman" charset="0"/>
          <a:ea typeface="黑体" charset="0"/>
          <a:cs typeface="黑体" charset="0"/>
        </a:defRPr>
      </a:lvl2pPr>
      <a:lvl3pPr algn="l" rtl="0" eaLnBrk="1" fontAlgn="base" hangingPunct="1">
        <a:spcBef>
          <a:spcPct val="0"/>
        </a:spcBef>
        <a:spcAft>
          <a:spcPct val="0"/>
        </a:spcAft>
        <a:defRPr kumimoji="1" sz="3800">
          <a:solidFill>
            <a:schemeClr val="tx2"/>
          </a:solidFill>
          <a:latin typeface="Times New Roman" charset="0"/>
          <a:ea typeface="黑体" charset="0"/>
          <a:cs typeface="黑体" charset="0"/>
        </a:defRPr>
      </a:lvl3pPr>
      <a:lvl4pPr algn="l" rtl="0" eaLnBrk="1" fontAlgn="base" hangingPunct="1">
        <a:spcBef>
          <a:spcPct val="0"/>
        </a:spcBef>
        <a:spcAft>
          <a:spcPct val="0"/>
        </a:spcAft>
        <a:defRPr kumimoji="1" sz="3800">
          <a:solidFill>
            <a:schemeClr val="tx2"/>
          </a:solidFill>
          <a:latin typeface="Times New Roman" charset="0"/>
          <a:ea typeface="黑体" charset="0"/>
          <a:cs typeface="黑体" charset="0"/>
        </a:defRPr>
      </a:lvl4pPr>
      <a:lvl5pPr algn="l" rtl="0" eaLnBrk="1" fontAlgn="base" hangingPunct="1">
        <a:spcBef>
          <a:spcPct val="0"/>
        </a:spcBef>
        <a:spcAft>
          <a:spcPct val="0"/>
        </a:spcAft>
        <a:defRPr kumimoji="1" sz="3800">
          <a:solidFill>
            <a:schemeClr val="tx2"/>
          </a:solidFill>
          <a:latin typeface="Times New Roman" charset="0"/>
          <a:ea typeface="黑体" charset="0"/>
          <a:cs typeface="黑体" charset="0"/>
        </a:defRPr>
      </a:lvl5pPr>
      <a:lvl6pPr marL="457200" algn="l" rtl="0" eaLnBrk="1" fontAlgn="base" hangingPunct="1">
        <a:spcBef>
          <a:spcPct val="0"/>
        </a:spcBef>
        <a:spcAft>
          <a:spcPct val="0"/>
        </a:spcAft>
        <a:defRPr sz="3800">
          <a:solidFill>
            <a:schemeClr val="tx2"/>
          </a:solidFill>
          <a:latin typeface="Times New Roman" charset="0"/>
          <a:ea typeface="黑体" charset="0"/>
          <a:cs typeface="黑体" charset="0"/>
        </a:defRPr>
      </a:lvl6pPr>
      <a:lvl7pPr marL="914400" algn="l" rtl="0" eaLnBrk="1" fontAlgn="base" hangingPunct="1">
        <a:spcBef>
          <a:spcPct val="0"/>
        </a:spcBef>
        <a:spcAft>
          <a:spcPct val="0"/>
        </a:spcAft>
        <a:defRPr sz="3800">
          <a:solidFill>
            <a:schemeClr val="tx2"/>
          </a:solidFill>
          <a:latin typeface="Times New Roman" charset="0"/>
          <a:ea typeface="黑体" charset="0"/>
          <a:cs typeface="黑体" charset="0"/>
        </a:defRPr>
      </a:lvl7pPr>
      <a:lvl8pPr marL="1371600" algn="l" rtl="0" eaLnBrk="1" fontAlgn="base" hangingPunct="1">
        <a:spcBef>
          <a:spcPct val="0"/>
        </a:spcBef>
        <a:spcAft>
          <a:spcPct val="0"/>
        </a:spcAft>
        <a:defRPr sz="3800">
          <a:solidFill>
            <a:schemeClr val="tx2"/>
          </a:solidFill>
          <a:latin typeface="Times New Roman" charset="0"/>
          <a:ea typeface="黑体" charset="0"/>
          <a:cs typeface="黑体" charset="0"/>
        </a:defRPr>
      </a:lvl8pPr>
      <a:lvl9pPr marL="1828800" algn="l" rtl="0" eaLnBrk="1" fontAlgn="base" hangingPunct="1">
        <a:spcBef>
          <a:spcPct val="0"/>
        </a:spcBef>
        <a:spcAft>
          <a:spcPct val="0"/>
        </a:spcAft>
        <a:defRPr sz="3800">
          <a:solidFill>
            <a:schemeClr val="tx2"/>
          </a:solidFill>
          <a:latin typeface="Times New Roman" charset="0"/>
          <a:ea typeface="黑体" charset="0"/>
          <a:cs typeface="黑体" charset="0"/>
        </a:defRPr>
      </a:lvl9pPr>
    </p:titleStyle>
    <p:bodyStyle>
      <a:lvl1pPr marL="469900" indent="-469900" algn="l" rtl="0" eaLnBrk="1" fontAlgn="base" hangingPunct="1">
        <a:spcBef>
          <a:spcPct val="20000"/>
        </a:spcBef>
        <a:spcAft>
          <a:spcPct val="0"/>
        </a:spcAft>
        <a:buClr>
          <a:schemeClr val="tx2"/>
        </a:buClr>
        <a:buFont typeface="Wingdings" charset="0"/>
        <a:buChar char="o"/>
        <a:defRPr kumimoji="1" sz="2400">
          <a:solidFill>
            <a:schemeClr val="tx1"/>
          </a:solidFill>
          <a:latin typeface="+mn-lt"/>
          <a:ea typeface="+mn-ea"/>
          <a:cs typeface="+mn-cs"/>
        </a:defRPr>
      </a:lvl1pPr>
      <a:lvl2pPr marL="908050" indent="-436563" algn="l" rtl="0" eaLnBrk="1" fontAlgn="base" hangingPunct="1">
        <a:spcBef>
          <a:spcPct val="20000"/>
        </a:spcBef>
        <a:spcAft>
          <a:spcPct val="0"/>
        </a:spcAft>
        <a:buClr>
          <a:schemeClr val="tx2"/>
        </a:buClr>
        <a:buFont typeface="Wingdings" charset="0"/>
        <a:buChar char="n"/>
        <a:defRPr kumimoji="1" sz="2000">
          <a:solidFill>
            <a:schemeClr val="tx1"/>
          </a:solidFill>
          <a:latin typeface="+mn-lt"/>
          <a:ea typeface="+mn-ea"/>
          <a:cs typeface="+mn-cs"/>
        </a:defRPr>
      </a:lvl2pPr>
      <a:lvl3pPr marL="1304925" indent="-395288" algn="l" rtl="0" eaLnBrk="1" fontAlgn="base" hangingPunct="1">
        <a:spcBef>
          <a:spcPct val="20000"/>
        </a:spcBef>
        <a:spcAft>
          <a:spcPct val="0"/>
        </a:spcAft>
        <a:buClr>
          <a:schemeClr val="tx2"/>
        </a:buClr>
        <a:buFont typeface="Wingdings" panose="05000000000000000000" pitchFamily="2" charset="2"/>
        <a:buChar char="ü"/>
        <a:defRPr kumimoji="1">
          <a:solidFill>
            <a:schemeClr val="tx1"/>
          </a:solidFill>
          <a:latin typeface="+mn-lt"/>
          <a:ea typeface="+mn-ea"/>
          <a:cs typeface="+mn-cs"/>
        </a:defRPr>
      </a:lvl3pPr>
      <a:lvl4pPr marL="1693863" indent="-387350" algn="l" rtl="0" eaLnBrk="1" fontAlgn="base" hangingPunct="1">
        <a:spcBef>
          <a:spcPct val="20000"/>
        </a:spcBef>
        <a:spcAft>
          <a:spcPct val="0"/>
        </a:spcAft>
        <a:buClr>
          <a:schemeClr val="tx2"/>
        </a:buClr>
        <a:buFont typeface="Wingdings" panose="05000000000000000000" pitchFamily="2" charset="2"/>
        <a:buChar char="Ø"/>
        <a:defRPr kumimoji="1" sz="1600">
          <a:solidFill>
            <a:schemeClr val="tx1"/>
          </a:solidFill>
          <a:latin typeface="+mn-lt"/>
          <a:ea typeface="+mn-ea"/>
          <a:cs typeface="+mn-cs"/>
        </a:defRPr>
      </a:lvl4pPr>
      <a:lvl5pPr marL="2093913" indent="-398463" algn="l" rtl="0" eaLnBrk="1" fontAlgn="base" hangingPunct="1">
        <a:spcBef>
          <a:spcPct val="20000"/>
        </a:spcBef>
        <a:spcAft>
          <a:spcPct val="0"/>
        </a:spcAft>
        <a:buClr>
          <a:schemeClr val="tx2"/>
        </a:buClr>
        <a:buFont typeface="Wingdings" panose="05000000000000000000" pitchFamily="2" charset="2"/>
        <a:buChar char="l"/>
        <a:defRPr kumimoji="1" sz="1600">
          <a:solidFill>
            <a:schemeClr val="tx1"/>
          </a:solidFill>
          <a:latin typeface="+mn-lt"/>
          <a:ea typeface="+mn-ea"/>
          <a:cs typeface="+mn-cs"/>
        </a:defRPr>
      </a:lvl5pPr>
      <a:lvl6pPr marL="2551113" indent="-398463" algn="l" rtl="0" eaLnBrk="1" fontAlgn="base" hangingPunct="1">
        <a:spcBef>
          <a:spcPct val="20000"/>
        </a:spcBef>
        <a:spcAft>
          <a:spcPct val="0"/>
        </a:spcAft>
        <a:buClr>
          <a:schemeClr val="accent2"/>
        </a:buClr>
        <a:buFont typeface="Wingdings" charset="0"/>
        <a:buChar char="§"/>
        <a:defRPr sz="1600">
          <a:solidFill>
            <a:schemeClr val="tx1"/>
          </a:solidFill>
          <a:latin typeface="+mn-lt"/>
          <a:ea typeface="+mn-ea"/>
          <a:cs typeface="+mn-cs"/>
        </a:defRPr>
      </a:lvl6pPr>
      <a:lvl7pPr marL="3008313" indent="-398463" algn="l" rtl="0" eaLnBrk="1" fontAlgn="base" hangingPunct="1">
        <a:spcBef>
          <a:spcPct val="20000"/>
        </a:spcBef>
        <a:spcAft>
          <a:spcPct val="0"/>
        </a:spcAft>
        <a:buClr>
          <a:schemeClr val="accent2"/>
        </a:buClr>
        <a:buFont typeface="Wingdings" charset="0"/>
        <a:buChar char="§"/>
        <a:defRPr sz="1600">
          <a:solidFill>
            <a:schemeClr val="tx1"/>
          </a:solidFill>
          <a:latin typeface="+mn-lt"/>
          <a:ea typeface="+mn-ea"/>
          <a:cs typeface="+mn-cs"/>
        </a:defRPr>
      </a:lvl7pPr>
      <a:lvl8pPr marL="3465513" indent="-398463" algn="l" rtl="0" eaLnBrk="1" fontAlgn="base" hangingPunct="1">
        <a:spcBef>
          <a:spcPct val="20000"/>
        </a:spcBef>
        <a:spcAft>
          <a:spcPct val="0"/>
        </a:spcAft>
        <a:buClr>
          <a:schemeClr val="accent2"/>
        </a:buClr>
        <a:buFont typeface="Wingdings" charset="0"/>
        <a:buChar char="§"/>
        <a:defRPr sz="1600">
          <a:solidFill>
            <a:schemeClr val="tx1"/>
          </a:solidFill>
          <a:latin typeface="+mn-lt"/>
          <a:ea typeface="+mn-ea"/>
          <a:cs typeface="+mn-cs"/>
        </a:defRPr>
      </a:lvl8pPr>
      <a:lvl9pPr marL="3922713" indent="-398463" algn="l" rtl="0" eaLnBrk="1" fontAlgn="base" hangingPunct="1">
        <a:spcBef>
          <a:spcPct val="20000"/>
        </a:spcBef>
        <a:spcAft>
          <a:spcPct val="0"/>
        </a:spcAft>
        <a:buClr>
          <a:schemeClr val="accent2"/>
        </a:buClr>
        <a:buFont typeface="Wingdings" charset="0"/>
        <a:buChar char="§"/>
        <a:defRPr sz="1600">
          <a:solidFill>
            <a:schemeClr val="tx1"/>
          </a:solidFill>
          <a:latin typeface="+mn-lt"/>
          <a:ea typeface="+mn-ea"/>
          <a:cs typeface="+mn-cs"/>
        </a:defRPr>
      </a:lvl9pPr>
    </p:bodyStyle>
    <p:otherStyle>
      <a:defPPr>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计嵌 习题课  </a:t>
            </a:r>
            <a:r>
              <a:rPr lang="en-US" altLang="zh-CN" dirty="0"/>
              <a:t>Chapter 5</a:t>
            </a:r>
            <a:endParaRPr lang="zh-CN" altLang="en-US" dirty="0"/>
          </a:p>
        </p:txBody>
      </p:sp>
      <p:sp>
        <p:nvSpPr>
          <p:cNvPr id="3" name="标题 1">
            <a:extLst>
              <a:ext uri="{FF2B5EF4-FFF2-40B4-BE49-F238E27FC236}">
                <a16:creationId xmlns:a16="http://schemas.microsoft.com/office/drawing/2014/main" id="{5D439654-4E3F-459F-9714-99BC655AE067}"/>
              </a:ext>
            </a:extLst>
          </p:cNvPr>
          <p:cNvSpPr txBox="1">
            <a:spLocks/>
          </p:cNvSpPr>
          <p:nvPr/>
        </p:nvSpPr>
        <p:spPr bwMode="auto">
          <a:xfrm>
            <a:off x="6019800" y="2057400"/>
            <a:ext cx="77724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kumimoji="1" sz="4000">
                <a:solidFill>
                  <a:schemeClr val="tx2"/>
                </a:solidFill>
                <a:latin typeface="+mj-lt"/>
                <a:ea typeface="+mj-ea"/>
                <a:cs typeface="+mj-cs"/>
              </a:defRPr>
            </a:lvl1pPr>
            <a:lvl2pPr algn="l" rtl="0" eaLnBrk="1" fontAlgn="base" hangingPunct="1">
              <a:spcBef>
                <a:spcPct val="0"/>
              </a:spcBef>
              <a:spcAft>
                <a:spcPct val="0"/>
              </a:spcAft>
              <a:defRPr kumimoji="1" sz="3800">
                <a:solidFill>
                  <a:schemeClr val="tx2"/>
                </a:solidFill>
                <a:latin typeface="Times New Roman" charset="0"/>
                <a:ea typeface="黑体" charset="0"/>
                <a:cs typeface="黑体" charset="0"/>
              </a:defRPr>
            </a:lvl2pPr>
            <a:lvl3pPr algn="l" rtl="0" eaLnBrk="1" fontAlgn="base" hangingPunct="1">
              <a:spcBef>
                <a:spcPct val="0"/>
              </a:spcBef>
              <a:spcAft>
                <a:spcPct val="0"/>
              </a:spcAft>
              <a:defRPr kumimoji="1" sz="3800">
                <a:solidFill>
                  <a:schemeClr val="tx2"/>
                </a:solidFill>
                <a:latin typeface="Times New Roman" charset="0"/>
                <a:ea typeface="黑体" charset="0"/>
                <a:cs typeface="黑体" charset="0"/>
              </a:defRPr>
            </a:lvl3pPr>
            <a:lvl4pPr algn="l" rtl="0" eaLnBrk="1" fontAlgn="base" hangingPunct="1">
              <a:spcBef>
                <a:spcPct val="0"/>
              </a:spcBef>
              <a:spcAft>
                <a:spcPct val="0"/>
              </a:spcAft>
              <a:defRPr kumimoji="1" sz="3800">
                <a:solidFill>
                  <a:schemeClr val="tx2"/>
                </a:solidFill>
                <a:latin typeface="Times New Roman" charset="0"/>
                <a:ea typeface="黑体" charset="0"/>
                <a:cs typeface="黑体" charset="0"/>
              </a:defRPr>
            </a:lvl4pPr>
            <a:lvl5pPr algn="l" rtl="0" eaLnBrk="1" fontAlgn="base" hangingPunct="1">
              <a:spcBef>
                <a:spcPct val="0"/>
              </a:spcBef>
              <a:spcAft>
                <a:spcPct val="0"/>
              </a:spcAft>
              <a:defRPr kumimoji="1" sz="3800">
                <a:solidFill>
                  <a:schemeClr val="tx2"/>
                </a:solidFill>
                <a:latin typeface="Times New Roman" charset="0"/>
                <a:ea typeface="黑体" charset="0"/>
                <a:cs typeface="黑体" charset="0"/>
              </a:defRPr>
            </a:lvl5pPr>
            <a:lvl6pPr marL="457200" algn="l" rtl="0" eaLnBrk="1" fontAlgn="base" hangingPunct="1">
              <a:spcBef>
                <a:spcPct val="0"/>
              </a:spcBef>
              <a:spcAft>
                <a:spcPct val="0"/>
              </a:spcAft>
              <a:defRPr sz="3800">
                <a:solidFill>
                  <a:schemeClr val="tx2"/>
                </a:solidFill>
                <a:latin typeface="Times New Roman" charset="0"/>
                <a:ea typeface="黑体" charset="0"/>
                <a:cs typeface="黑体" charset="0"/>
              </a:defRPr>
            </a:lvl6pPr>
            <a:lvl7pPr marL="914400" algn="l" rtl="0" eaLnBrk="1" fontAlgn="base" hangingPunct="1">
              <a:spcBef>
                <a:spcPct val="0"/>
              </a:spcBef>
              <a:spcAft>
                <a:spcPct val="0"/>
              </a:spcAft>
              <a:defRPr sz="3800">
                <a:solidFill>
                  <a:schemeClr val="tx2"/>
                </a:solidFill>
                <a:latin typeface="Times New Roman" charset="0"/>
                <a:ea typeface="黑体" charset="0"/>
                <a:cs typeface="黑体" charset="0"/>
              </a:defRPr>
            </a:lvl7pPr>
            <a:lvl8pPr marL="1371600" algn="l" rtl="0" eaLnBrk="1" fontAlgn="base" hangingPunct="1">
              <a:spcBef>
                <a:spcPct val="0"/>
              </a:spcBef>
              <a:spcAft>
                <a:spcPct val="0"/>
              </a:spcAft>
              <a:defRPr sz="3800">
                <a:solidFill>
                  <a:schemeClr val="tx2"/>
                </a:solidFill>
                <a:latin typeface="Times New Roman" charset="0"/>
                <a:ea typeface="黑体" charset="0"/>
                <a:cs typeface="黑体" charset="0"/>
              </a:defRPr>
            </a:lvl8pPr>
            <a:lvl9pPr marL="1828800" algn="l" rtl="0" eaLnBrk="1" fontAlgn="base" hangingPunct="1">
              <a:spcBef>
                <a:spcPct val="0"/>
              </a:spcBef>
              <a:spcAft>
                <a:spcPct val="0"/>
              </a:spcAft>
              <a:defRPr sz="3800">
                <a:solidFill>
                  <a:schemeClr val="tx2"/>
                </a:solidFill>
                <a:latin typeface="Times New Roman" charset="0"/>
                <a:ea typeface="黑体" charset="0"/>
                <a:cs typeface="黑体" charset="0"/>
              </a:defRPr>
            </a:lvl9pPr>
          </a:lstStyle>
          <a:p>
            <a:r>
              <a:rPr lang="en-US" altLang="zh-CN" sz="2800" kern="0" dirty="0"/>
              <a:t>2025.06.06</a:t>
            </a:r>
            <a:endParaRPr lang="zh-CN" altLang="en-US" sz="2800" kern="0" dirty="0"/>
          </a:p>
        </p:txBody>
      </p:sp>
    </p:spTree>
    <p:extLst>
      <p:ext uri="{BB962C8B-B14F-4D97-AF65-F5344CB8AC3E}">
        <p14:creationId xmlns:p14="http://schemas.microsoft.com/office/powerpoint/2010/main" val="1376782688"/>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98AE7A3F-3F03-BFE9-A554-057137DCB9E8}"/>
              </a:ext>
            </a:extLst>
          </p:cNvPr>
          <p:cNvSpPr txBox="1">
            <a:spLocks/>
          </p:cNvSpPr>
          <p:nvPr/>
        </p:nvSpPr>
        <p:spPr bwMode="auto">
          <a:xfrm>
            <a:off x="574675" y="1645548"/>
            <a:ext cx="8488643" cy="4967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xmlns:a14="http://schemas.microsoft.com/office/drawing/2010/main" xmlns:mc="http://schemas.openxmlformats.org/markup-compatibility/2006" val="1"/>
            </a:ext>
          </a:extLst>
        </p:spPr>
        <p:txBody>
          <a:bodyPr vert="horz" wrap="square" lIns="91440" tIns="45720" rIns="91440" bIns="45720" numCol="1" anchor="t" anchorCtr="0" compatLnSpc="1">
            <a:prstTxWarp prst="textNoShape">
              <a:avLst/>
            </a:prstTxWarp>
          </a:bodyPr>
          <a:lstStyle>
            <a:lvl1pPr marL="469900" indent="-469900" algn="l" rtl="0" eaLnBrk="1" fontAlgn="base" hangingPunct="1">
              <a:spcBef>
                <a:spcPct val="20000"/>
              </a:spcBef>
              <a:spcAft>
                <a:spcPct val="0"/>
              </a:spcAft>
              <a:buClr>
                <a:schemeClr val="tx2"/>
              </a:buClr>
              <a:buFont typeface="Wingdings" charset="0"/>
              <a:buChar char="o"/>
              <a:defRPr kumimoji="1" sz="2400">
                <a:solidFill>
                  <a:schemeClr val="tx1"/>
                </a:solidFill>
                <a:latin typeface="Arial" panose="020B0604020202020204" pitchFamily="34" charset="0"/>
                <a:ea typeface="+mn-ea"/>
                <a:cs typeface="Arial" panose="020B0604020202020204" pitchFamily="34" charset="0"/>
              </a:defRPr>
            </a:lvl1pPr>
            <a:lvl2pPr marL="908050" indent="-436563" algn="l" rtl="0" eaLnBrk="1" fontAlgn="base" hangingPunct="1">
              <a:spcBef>
                <a:spcPct val="20000"/>
              </a:spcBef>
              <a:spcAft>
                <a:spcPct val="0"/>
              </a:spcAft>
              <a:buClr>
                <a:schemeClr val="tx2"/>
              </a:buClr>
              <a:buFont typeface="Wingdings" charset="0"/>
              <a:buChar char="n"/>
              <a:defRPr kumimoji="1" sz="2000">
                <a:solidFill>
                  <a:schemeClr val="tx1"/>
                </a:solidFill>
                <a:latin typeface="Arial" panose="020B0604020202020204" pitchFamily="34" charset="0"/>
                <a:ea typeface="+mn-ea"/>
                <a:cs typeface="Arial" panose="020B0604020202020204" pitchFamily="34" charset="0"/>
              </a:defRPr>
            </a:lvl2pPr>
            <a:lvl3pPr marL="1304925" indent="-395288" algn="l" rtl="0" eaLnBrk="1" fontAlgn="base" hangingPunct="1">
              <a:spcBef>
                <a:spcPct val="20000"/>
              </a:spcBef>
              <a:spcAft>
                <a:spcPct val="0"/>
              </a:spcAft>
              <a:buClr>
                <a:schemeClr val="tx2"/>
              </a:buClr>
              <a:buFont typeface="Wingdings" panose="05000000000000000000" pitchFamily="2" charset="2"/>
              <a:buChar char="ü"/>
              <a:defRPr kumimoji="1">
                <a:solidFill>
                  <a:schemeClr val="tx1"/>
                </a:solidFill>
                <a:latin typeface="Arial" panose="020B0604020202020204" pitchFamily="34" charset="0"/>
                <a:ea typeface="+mn-ea"/>
                <a:cs typeface="Arial" panose="020B0604020202020204" pitchFamily="34" charset="0"/>
              </a:defRPr>
            </a:lvl3pPr>
            <a:lvl4pPr marL="1693863" indent="-387350" algn="l" rtl="0" eaLnBrk="1" fontAlgn="base" hangingPunct="1">
              <a:spcBef>
                <a:spcPct val="20000"/>
              </a:spcBef>
              <a:spcAft>
                <a:spcPct val="0"/>
              </a:spcAft>
              <a:buClr>
                <a:schemeClr val="tx2"/>
              </a:buClr>
              <a:buFont typeface="Wingdings" panose="05000000000000000000" pitchFamily="2" charset="2"/>
              <a:buChar char="Ø"/>
              <a:defRPr kumimoji="1" sz="1600">
                <a:solidFill>
                  <a:schemeClr val="tx1"/>
                </a:solidFill>
                <a:latin typeface="Arial" panose="020B0604020202020204" pitchFamily="34" charset="0"/>
                <a:ea typeface="+mn-ea"/>
                <a:cs typeface="Arial" panose="020B0604020202020204" pitchFamily="34" charset="0"/>
              </a:defRPr>
            </a:lvl4pPr>
            <a:lvl5pPr marL="2093913" indent="-398463" algn="l" rtl="0" eaLnBrk="1" fontAlgn="base" hangingPunct="1">
              <a:spcBef>
                <a:spcPct val="20000"/>
              </a:spcBef>
              <a:spcAft>
                <a:spcPct val="0"/>
              </a:spcAft>
              <a:buClr>
                <a:schemeClr val="tx2"/>
              </a:buClr>
              <a:buFont typeface="Wingdings" panose="05000000000000000000" pitchFamily="2" charset="2"/>
              <a:buChar char="l"/>
              <a:defRPr kumimoji="1" sz="1600">
                <a:solidFill>
                  <a:schemeClr val="tx1"/>
                </a:solidFill>
                <a:latin typeface="Arial" panose="020B0604020202020204" pitchFamily="34" charset="0"/>
                <a:ea typeface="+mn-ea"/>
                <a:cs typeface="Arial" panose="020B0604020202020204" pitchFamily="34" charset="0"/>
              </a:defRPr>
            </a:lvl5pPr>
            <a:lvl6pPr marL="2551113" indent="-398463" algn="l" rtl="0" eaLnBrk="1" fontAlgn="base" hangingPunct="1">
              <a:spcBef>
                <a:spcPct val="20000"/>
              </a:spcBef>
              <a:spcAft>
                <a:spcPct val="0"/>
              </a:spcAft>
              <a:buClr>
                <a:schemeClr val="accent2"/>
              </a:buClr>
              <a:buFont typeface="Wingdings" charset="0"/>
              <a:buChar char="§"/>
              <a:defRPr sz="1600">
                <a:solidFill>
                  <a:schemeClr val="tx1"/>
                </a:solidFill>
                <a:latin typeface="+mn-lt"/>
                <a:ea typeface="+mn-ea"/>
                <a:cs typeface="+mn-cs"/>
              </a:defRPr>
            </a:lvl6pPr>
            <a:lvl7pPr marL="3008313" indent="-398463" algn="l" rtl="0" eaLnBrk="1" fontAlgn="base" hangingPunct="1">
              <a:spcBef>
                <a:spcPct val="20000"/>
              </a:spcBef>
              <a:spcAft>
                <a:spcPct val="0"/>
              </a:spcAft>
              <a:buClr>
                <a:schemeClr val="accent2"/>
              </a:buClr>
              <a:buFont typeface="Wingdings" charset="0"/>
              <a:buChar char="§"/>
              <a:defRPr sz="1600">
                <a:solidFill>
                  <a:schemeClr val="tx1"/>
                </a:solidFill>
                <a:latin typeface="+mn-lt"/>
                <a:ea typeface="+mn-ea"/>
                <a:cs typeface="+mn-cs"/>
              </a:defRPr>
            </a:lvl7pPr>
            <a:lvl8pPr marL="3465513" indent="-398463" algn="l" rtl="0" eaLnBrk="1" fontAlgn="base" hangingPunct="1">
              <a:spcBef>
                <a:spcPct val="20000"/>
              </a:spcBef>
              <a:spcAft>
                <a:spcPct val="0"/>
              </a:spcAft>
              <a:buClr>
                <a:schemeClr val="accent2"/>
              </a:buClr>
              <a:buFont typeface="Wingdings" charset="0"/>
              <a:buChar char="§"/>
              <a:defRPr sz="1600">
                <a:solidFill>
                  <a:schemeClr val="tx1"/>
                </a:solidFill>
                <a:latin typeface="+mn-lt"/>
                <a:ea typeface="+mn-ea"/>
                <a:cs typeface="+mn-cs"/>
              </a:defRPr>
            </a:lvl8pPr>
            <a:lvl9pPr marL="3922713" indent="-398463" algn="l" rtl="0" eaLnBrk="1" fontAlgn="base" hangingPunct="1">
              <a:spcBef>
                <a:spcPct val="20000"/>
              </a:spcBef>
              <a:spcAft>
                <a:spcPct val="0"/>
              </a:spcAft>
              <a:buClr>
                <a:schemeClr val="accent2"/>
              </a:buClr>
              <a:buFont typeface="Wingdings" charset="0"/>
              <a:buChar char="§"/>
              <a:defRPr sz="1600">
                <a:solidFill>
                  <a:schemeClr val="tx1"/>
                </a:solidFill>
                <a:latin typeface="+mn-lt"/>
                <a:ea typeface="+mn-ea"/>
                <a:cs typeface="+mn-cs"/>
              </a:defRPr>
            </a:lvl9pPr>
          </a:lstStyle>
          <a:p>
            <a:endParaRPr lang="en-US" altLang="zh-CN" kern="0" dirty="0"/>
          </a:p>
        </p:txBody>
      </p:sp>
      <p:sp>
        <p:nvSpPr>
          <p:cNvPr id="2" name="标题 1"/>
          <p:cNvSpPr>
            <a:spLocks noGrp="1"/>
          </p:cNvSpPr>
          <p:nvPr>
            <p:ph type="title"/>
          </p:nvPr>
        </p:nvSpPr>
        <p:spPr/>
        <p:txBody>
          <a:bodyPr/>
          <a:lstStyle/>
          <a:p>
            <a:r>
              <a:rPr lang="en-US" altLang="zh-CN" dirty="0"/>
              <a:t>Chapter 5</a:t>
            </a:r>
            <a:endParaRPr lang="zh-CN" altLang="en-US" dirty="0"/>
          </a:p>
        </p:txBody>
      </p:sp>
      <p:sp>
        <p:nvSpPr>
          <p:cNvPr id="7" name="文本框 6">
            <a:extLst>
              <a:ext uri="{FF2B5EF4-FFF2-40B4-BE49-F238E27FC236}">
                <a16:creationId xmlns:a16="http://schemas.microsoft.com/office/drawing/2014/main" id="{DD6C7AA4-63A1-476C-9BEA-91DA0E5F9418}"/>
              </a:ext>
            </a:extLst>
          </p:cNvPr>
          <p:cNvSpPr txBox="1"/>
          <p:nvPr/>
        </p:nvSpPr>
        <p:spPr>
          <a:xfrm>
            <a:off x="574675" y="1413658"/>
            <a:ext cx="7801429" cy="5009064"/>
          </a:xfrm>
          <a:prstGeom prst="rect">
            <a:avLst/>
          </a:prstGeom>
          <a:noFill/>
        </p:spPr>
        <p:txBody>
          <a:bodyPr wrap="square">
            <a:spAutoFit/>
          </a:bodyPr>
          <a:lstStyle/>
          <a:p>
            <a:pPr algn="just"/>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5.1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计算机中的</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“ISA”</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“µarch”</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各是什么意思？两者之间有何联系？</a:t>
            </a:r>
          </a:p>
          <a:p>
            <a:pPr algn="just"/>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解析</a:t>
            </a: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just">
              <a:lnSpc>
                <a:spcPct val="125000"/>
              </a:lnSpc>
              <a:buFont typeface="Wingdings" panose="05000000000000000000" pitchFamily="2" charset="2"/>
              <a:buChar char="m"/>
            </a:pP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ISA</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：指令集体系结构，用来描述软件如何使用硬件的一种规范和约定 </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just">
              <a:lnSpc>
                <a:spcPct val="125000"/>
              </a:lnSpc>
              <a:buFont typeface="Wingdings" panose="05000000000000000000" pitchFamily="2" charset="2"/>
              <a:buChar char="m"/>
            </a:pP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μ</a:t>
            </a: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arch</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：微架构，对应于</a:t>
            </a: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ISA </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的硬件实现方式 </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just">
              <a:lnSpc>
                <a:spcPct val="125000"/>
              </a:lnSpc>
              <a:buFont typeface="Wingdings" panose="05000000000000000000" pitchFamily="2" charset="2"/>
              <a:buChar char="m"/>
            </a:pP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相同的</a:t>
            </a: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ISA</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的处理器可以有不同微架构，</a:t>
            </a: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ISA</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是介于微架构硬件实现和软件的桥梁</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5.2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请简述哈佛结构的主要优缺点。</a:t>
            </a:r>
          </a:p>
          <a:p>
            <a:pPr algn="just"/>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解析</a:t>
            </a: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just">
              <a:lnSpc>
                <a:spcPct val="125000"/>
              </a:lnSpc>
              <a:buFont typeface="Wingdings" panose="05000000000000000000" pitchFamily="2" charset="2"/>
              <a:buChar char="m"/>
            </a:pP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优点：取指和数据存取可以通过两套独立的总线同时进行，从而减小指令流水线发生资源冲突的概率 </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just">
              <a:lnSpc>
                <a:spcPct val="125000"/>
              </a:lnSpc>
              <a:buFont typeface="Wingdings" panose="05000000000000000000" pitchFamily="2" charset="2"/>
              <a:buChar char="m"/>
            </a:pP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缺点：哈佛结构较为复杂，与外设以及扩展存储器的连接难度较大</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5.3 TCM</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与高速缓存</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Cache</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有什么区别？</a:t>
            </a:r>
          </a:p>
          <a:p>
            <a:pPr algn="just"/>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解析</a:t>
            </a: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TCM</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具有物理地址，需要占用内存地址空间；</a:t>
            </a: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Cache</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是透明的。</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23068261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98AE7A3F-3F03-BFE9-A554-057137DCB9E8}"/>
              </a:ext>
            </a:extLst>
          </p:cNvPr>
          <p:cNvSpPr txBox="1">
            <a:spLocks/>
          </p:cNvSpPr>
          <p:nvPr/>
        </p:nvSpPr>
        <p:spPr bwMode="auto">
          <a:xfrm>
            <a:off x="574675" y="1645548"/>
            <a:ext cx="8488643" cy="4967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xmlns:a14="http://schemas.microsoft.com/office/drawing/2010/main" xmlns:mc="http://schemas.openxmlformats.org/markup-compatibility/2006" val="1"/>
            </a:ext>
          </a:extLst>
        </p:spPr>
        <p:txBody>
          <a:bodyPr vert="horz" wrap="square" lIns="91440" tIns="45720" rIns="91440" bIns="45720" numCol="1" anchor="t" anchorCtr="0" compatLnSpc="1">
            <a:prstTxWarp prst="textNoShape">
              <a:avLst/>
            </a:prstTxWarp>
          </a:bodyPr>
          <a:lstStyle>
            <a:lvl1pPr marL="469900" indent="-469900" algn="l" rtl="0" eaLnBrk="1" fontAlgn="base" hangingPunct="1">
              <a:spcBef>
                <a:spcPct val="20000"/>
              </a:spcBef>
              <a:spcAft>
                <a:spcPct val="0"/>
              </a:spcAft>
              <a:buClr>
                <a:schemeClr val="tx2"/>
              </a:buClr>
              <a:buFont typeface="Wingdings" charset="0"/>
              <a:buChar char="o"/>
              <a:defRPr kumimoji="1" sz="2400">
                <a:solidFill>
                  <a:schemeClr val="tx1"/>
                </a:solidFill>
                <a:latin typeface="Arial" panose="020B0604020202020204" pitchFamily="34" charset="0"/>
                <a:ea typeface="+mn-ea"/>
                <a:cs typeface="Arial" panose="020B0604020202020204" pitchFamily="34" charset="0"/>
              </a:defRPr>
            </a:lvl1pPr>
            <a:lvl2pPr marL="908050" indent="-436563" algn="l" rtl="0" eaLnBrk="1" fontAlgn="base" hangingPunct="1">
              <a:spcBef>
                <a:spcPct val="20000"/>
              </a:spcBef>
              <a:spcAft>
                <a:spcPct val="0"/>
              </a:spcAft>
              <a:buClr>
                <a:schemeClr val="tx2"/>
              </a:buClr>
              <a:buFont typeface="Wingdings" charset="0"/>
              <a:buChar char="n"/>
              <a:defRPr kumimoji="1" sz="2000">
                <a:solidFill>
                  <a:schemeClr val="tx1"/>
                </a:solidFill>
                <a:latin typeface="Arial" panose="020B0604020202020204" pitchFamily="34" charset="0"/>
                <a:ea typeface="+mn-ea"/>
                <a:cs typeface="Arial" panose="020B0604020202020204" pitchFamily="34" charset="0"/>
              </a:defRPr>
            </a:lvl2pPr>
            <a:lvl3pPr marL="1304925" indent="-395288" algn="l" rtl="0" eaLnBrk="1" fontAlgn="base" hangingPunct="1">
              <a:spcBef>
                <a:spcPct val="20000"/>
              </a:spcBef>
              <a:spcAft>
                <a:spcPct val="0"/>
              </a:spcAft>
              <a:buClr>
                <a:schemeClr val="tx2"/>
              </a:buClr>
              <a:buFont typeface="Wingdings" panose="05000000000000000000" pitchFamily="2" charset="2"/>
              <a:buChar char="ü"/>
              <a:defRPr kumimoji="1">
                <a:solidFill>
                  <a:schemeClr val="tx1"/>
                </a:solidFill>
                <a:latin typeface="Arial" panose="020B0604020202020204" pitchFamily="34" charset="0"/>
                <a:ea typeface="+mn-ea"/>
                <a:cs typeface="Arial" panose="020B0604020202020204" pitchFamily="34" charset="0"/>
              </a:defRPr>
            </a:lvl3pPr>
            <a:lvl4pPr marL="1693863" indent="-387350" algn="l" rtl="0" eaLnBrk="1" fontAlgn="base" hangingPunct="1">
              <a:spcBef>
                <a:spcPct val="20000"/>
              </a:spcBef>
              <a:spcAft>
                <a:spcPct val="0"/>
              </a:spcAft>
              <a:buClr>
                <a:schemeClr val="tx2"/>
              </a:buClr>
              <a:buFont typeface="Wingdings" panose="05000000000000000000" pitchFamily="2" charset="2"/>
              <a:buChar char="Ø"/>
              <a:defRPr kumimoji="1" sz="1600">
                <a:solidFill>
                  <a:schemeClr val="tx1"/>
                </a:solidFill>
                <a:latin typeface="Arial" panose="020B0604020202020204" pitchFamily="34" charset="0"/>
                <a:ea typeface="+mn-ea"/>
                <a:cs typeface="Arial" panose="020B0604020202020204" pitchFamily="34" charset="0"/>
              </a:defRPr>
            </a:lvl4pPr>
            <a:lvl5pPr marL="2093913" indent="-398463" algn="l" rtl="0" eaLnBrk="1" fontAlgn="base" hangingPunct="1">
              <a:spcBef>
                <a:spcPct val="20000"/>
              </a:spcBef>
              <a:spcAft>
                <a:spcPct val="0"/>
              </a:spcAft>
              <a:buClr>
                <a:schemeClr val="tx2"/>
              </a:buClr>
              <a:buFont typeface="Wingdings" panose="05000000000000000000" pitchFamily="2" charset="2"/>
              <a:buChar char="l"/>
              <a:defRPr kumimoji="1" sz="1600">
                <a:solidFill>
                  <a:schemeClr val="tx1"/>
                </a:solidFill>
                <a:latin typeface="Arial" panose="020B0604020202020204" pitchFamily="34" charset="0"/>
                <a:ea typeface="+mn-ea"/>
                <a:cs typeface="Arial" panose="020B0604020202020204" pitchFamily="34" charset="0"/>
              </a:defRPr>
            </a:lvl5pPr>
            <a:lvl6pPr marL="2551113" indent="-398463" algn="l" rtl="0" eaLnBrk="1" fontAlgn="base" hangingPunct="1">
              <a:spcBef>
                <a:spcPct val="20000"/>
              </a:spcBef>
              <a:spcAft>
                <a:spcPct val="0"/>
              </a:spcAft>
              <a:buClr>
                <a:schemeClr val="accent2"/>
              </a:buClr>
              <a:buFont typeface="Wingdings" charset="0"/>
              <a:buChar char="§"/>
              <a:defRPr sz="1600">
                <a:solidFill>
                  <a:schemeClr val="tx1"/>
                </a:solidFill>
                <a:latin typeface="+mn-lt"/>
                <a:ea typeface="+mn-ea"/>
                <a:cs typeface="+mn-cs"/>
              </a:defRPr>
            </a:lvl6pPr>
            <a:lvl7pPr marL="3008313" indent="-398463" algn="l" rtl="0" eaLnBrk="1" fontAlgn="base" hangingPunct="1">
              <a:spcBef>
                <a:spcPct val="20000"/>
              </a:spcBef>
              <a:spcAft>
                <a:spcPct val="0"/>
              </a:spcAft>
              <a:buClr>
                <a:schemeClr val="accent2"/>
              </a:buClr>
              <a:buFont typeface="Wingdings" charset="0"/>
              <a:buChar char="§"/>
              <a:defRPr sz="1600">
                <a:solidFill>
                  <a:schemeClr val="tx1"/>
                </a:solidFill>
                <a:latin typeface="+mn-lt"/>
                <a:ea typeface="+mn-ea"/>
                <a:cs typeface="+mn-cs"/>
              </a:defRPr>
            </a:lvl7pPr>
            <a:lvl8pPr marL="3465513" indent="-398463" algn="l" rtl="0" eaLnBrk="1" fontAlgn="base" hangingPunct="1">
              <a:spcBef>
                <a:spcPct val="20000"/>
              </a:spcBef>
              <a:spcAft>
                <a:spcPct val="0"/>
              </a:spcAft>
              <a:buClr>
                <a:schemeClr val="accent2"/>
              </a:buClr>
              <a:buFont typeface="Wingdings" charset="0"/>
              <a:buChar char="§"/>
              <a:defRPr sz="1600">
                <a:solidFill>
                  <a:schemeClr val="tx1"/>
                </a:solidFill>
                <a:latin typeface="+mn-lt"/>
                <a:ea typeface="+mn-ea"/>
                <a:cs typeface="+mn-cs"/>
              </a:defRPr>
            </a:lvl8pPr>
            <a:lvl9pPr marL="3922713" indent="-398463" algn="l" rtl="0" eaLnBrk="1" fontAlgn="base" hangingPunct="1">
              <a:spcBef>
                <a:spcPct val="20000"/>
              </a:spcBef>
              <a:spcAft>
                <a:spcPct val="0"/>
              </a:spcAft>
              <a:buClr>
                <a:schemeClr val="accent2"/>
              </a:buClr>
              <a:buFont typeface="Wingdings" charset="0"/>
              <a:buChar char="§"/>
              <a:defRPr sz="1600">
                <a:solidFill>
                  <a:schemeClr val="tx1"/>
                </a:solidFill>
                <a:latin typeface="+mn-lt"/>
                <a:ea typeface="+mn-ea"/>
                <a:cs typeface="+mn-cs"/>
              </a:defRPr>
            </a:lvl9pPr>
          </a:lstStyle>
          <a:p>
            <a:endParaRPr lang="en-US" altLang="zh-CN" kern="0" dirty="0"/>
          </a:p>
        </p:txBody>
      </p:sp>
      <p:sp>
        <p:nvSpPr>
          <p:cNvPr id="2" name="标题 1"/>
          <p:cNvSpPr>
            <a:spLocks noGrp="1"/>
          </p:cNvSpPr>
          <p:nvPr>
            <p:ph type="title"/>
          </p:nvPr>
        </p:nvSpPr>
        <p:spPr/>
        <p:txBody>
          <a:bodyPr/>
          <a:lstStyle/>
          <a:p>
            <a:r>
              <a:rPr lang="en-US" altLang="zh-CN" dirty="0"/>
              <a:t>Chapter 5</a:t>
            </a:r>
            <a:endParaRPr lang="zh-CN" altLang="en-US" dirty="0"/>
          </a:p>
        </p:txBody>
      </p:sp>
      <p:sp>
        <p:nvSpPr>
          <p:cNvPr id="8" name="文本框 7">
            <a:extLst>
              <a:ext uri="{FF2B5EF4-FFF2-40B4-BE49-F238E27FC236}">
                <a16:creationId xmlns:a16="http://schemas.microsoft.com/office/drawing/2014/main" id="{7F2D4DE1-39D3-4690-98A7-E75F4CD1AB6A}"/>
              </a:ext>
            </a:extLst>
          </p:cNvPr>
          <p:cNvSpPr txBox="1"/>
          <p:nvPr/>
        </p:nvSpPr>
        <p:spPr>
          <a:xfrm>
            <a:off x="574675" y="1448462"/>
            <a:ext cx="7808687" cy="4524315"/>
          </a:xfrm>
          <a:prstGeom prst="rect">
            <a:avLst/>
          </a:prstGeom>
          <a:noFill/>
        </p:spPr>
        <p:txBody>
          <a:bodyPr wrap="square">
            <a:spAutoFit/>
          </a:bodyPr>
          <a:lstStyle/>
          <a:p>
            <a:pPr algn="just"/>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5.6 MMU</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MPU</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的功能有何异同？</a:t>
            </a:r>
          </a:p>
          <a:p>
            <a:pPr algn="just"/>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解析</a:t>
            </a: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just">
              <a:lnSpc>
                <a:spcPct val="125000"/>
              </a:lnSpc>
              <a:buFont typeface="Wingdings" panose="05000000000000000000" pitchFamily="2" charset="2"/>
              <a:buChar char="m"/>
            </a:pP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二者都服务于存储器管理。</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just">
              <a:lnSpc>
                <a:spcPct val="125000"/>
              </a:lnSpc>
              <a:buFont typeface="Wingdings" panose="05000000000000000000" pitchFamily="2" charset="2"/>
              <a:buChar char="m"/>
            </a:pP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MMU</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：内存分页管理</a:t>
            </a: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分区域访问权限管理</a:t>
            </a: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虚拟地址</a:t>
            </a: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VA</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到物理地址</a:t>
            </a: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PA</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的转换，适用于多用户系统。</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just">
              <a:lnSpc>
                <a:spcPct val="125000"/>
              </a:lnSpc>
              <a:buFont typeface="Wingdings" panose="05000000000000000000" pitchFamily="2" charset="2"/>
              <a:buChar char="m"/>
            </a:pP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MPU</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：内存分区域访问权限管理。</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5.11 Cortex-M3/M4</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CODE</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区选用总线互连矩阵与总线复用器有什么区别？</a:t>
            </a:r>
          </a:p>
          <a:p>
            <a:pPr algn="just"/>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解析</a:t>
            </a: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复用只能分时使用总线。</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总线互联矩阵由于存在内部交换开关矩阵，可允许并行传输发生。</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5.14 I-Code</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D-Code</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总线全部连接到同一片</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Flash</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芯片上会有什么问题？</a:t>
            </a:r>
          </a:p>
          <a:p>
            <a:pPr algn="just"/>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解析</a:t>
            </a: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导致</a:t>
            </a: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I-Code</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D-Code</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无法做到并行操作，降低效率。</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03217571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98AE7A3F-3F03-BFE9-A554-057137DCB9E8}"/>
              </a:ext>
            </a:extLst>
          </p:cNvPr>
          <p:cNvSpPr txBox="1">
            <a:spLocks/>
          </p:cNvSpPr>
          <p:nvPr/>
        </p:nvSpPr>
        <p:spPr bwMode="auto">
          <a:xfrm>
            <a:off x="574675" y="1645548"/>
            <a:ext cx="8488643" cy="4967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xmlns:a14="http://schemas.microsoft.com/office/drawing/2010/main" xmlns:mc="http://schemas.openxmlformats.org/markup-compatibility/2006" val="1"/>
            </a:ext>
          </a:extLst>
        </p:spPr>
        <p:txBody>
          <a:bodyPr vert="horz" wrap="square" lIns="91440" tIns="45720" rIns="91440" bIns="45720" numCol="1" anchor="t" anchorCtr="0" compatLnSpc="1">
            <a:prstTxWarp prst="textNoShape">
              <a:avLst/>
            </a:prstTxWarp>
          </a:bodyPr>
          <a:lstStyle>
            <a:lvl1pPr marL="469900" indent="-469900" algn="l" rtl="0" eaLnBrk="1" fontAlgn="base" hangingPunct="1">
              <a:spcBef>
                <a:spcPct val="20000"/>
              </a:spcBef>
              <a:spcAft>
                <a:spcPct val="0"/>
              </a:spcAft>
              <a:buClr>
                <a:schemeClr val="tx2"/>
              </a:buClr>
              <a:buFont typeface="Wingdings" charset="0"/>
              <a:buChar char="o"/>
              <a:defRPr kumimoji="1" sz="2400">
                <a:solidFill>
                  <a:schemeClr val="tx1"/>
                </a:solidFill>
                <a:latin typeface="Arial" panose="020B0604020202020204" pitchFamily="34" charset="0"/>
                <a:ea typeface="+mn-ea"/>
                <a:cs typeface="Arial" panose="020B0604020202020204" pitchFamily="34" charset="0"/>
              </a:defRPr>
            </a:lvl1pPr>
            <a:lvl2pPr marL="908050" indent="-436563" algn="l" rtl="0" eaLnBrk="1" fontAlgn="base" hangingPunct="1">
              <a:spcBef>
                <a:spcPct val="20000"/>
              </a:spcBef>
              <a:spcAft>
                <a:spcPct val="0"/>
              </a:spcAft>
              <a:buClr>
                <a:schemeClr val="tx2"/>
              </a:buClr>
              <a:buFont typeface="Wingdings" charset="0"/>
              <a:buChar char="n"/>
              <a:defRPr kumimoji="1" sz="2000">
                <a:solidFill>
                  <a:schemeClr val="tx1"/>
                </a:solidFill>
                <a:latin typeface="Arial" panose="020B0604020202020204" pitchFamily="34" charset="0"/>
                <a:ea typeface="+mn-ea"/>
                <a:cs typeface="Arial" panose="020B0604020202020204" pitchFamily="34" charset="0"/>
              </a:defRPr>
            </a:lvl2pPr>
            <a:lvl3pPr marL="1304925" indent="-395288" algn="l" rtl="0" eaLnBrk="1" fontAlgn="base" hangingPunct="1">
              <a:spcBef>
                <a:spcPct val="20000"/>
              </a:spcBef>
              <a:spcAft>
                <a:spcPct val="0"/>
              </a:spcAft>
              <a:buClr>
                <a:schemeClr val="tx2"/>
              </a:buClr>
              <a:buFont typeface="Wingdings" panose="05000000000000000000" pitchFamily="2" charset="2"/>
              <a:buChar char="ü"/>
              <a:defRPr kumimoji="1">
                <a:solidFill>
                  <a:schemeClr val="tx1"/>
                </a:solidFill>
                <a:latin typeface="Arial" panose="020B0604020202020204" pitchFamily="34" charset="0"/>
                <a:ea typeface="+mn-ea"/>
                <a:cs typeface="Arial" panose="020B0604020202020204" pitchFamily="34" charset="0"/>
              </a:defRPr>
            </a:lvl3pPr>
            <a:lvl4pPr marL="1693863" indent="-387350" algn="l" rtl="0" eaLnBrk="1" fontAlgn="base" hangingPunct="1">
              <a:spcBef>
                <a:spcPct val="20000"/>
              </a:spcBef>
              <a:spcAft>
                <a:spcPct val="0"/>
              </a:spcAft>
              <a:buClr>
                <a:schemeClr val="tx2"/>
              </a:buClr>
              <a:buFont typeface="Wingdings" panose="05000000000000000000" pitchFamily="2" charset="2"/>
              <a:buChar char="Ø"/>
              <a:defRPr kumimoji="1" sz="1600">
                <a:solidFill>
                  <a:schemeClr val="tx1"/>
                </a:solidFill>
                <a:latin typeface="Arial" panose="020B0604020202020204" pitchFamily="34" charset="0"/>
                <a:ea typeface="+mn-ea"/>
                <a:cs typeface="Arial" panose="020B0604020202020204" pitchFamily="34" charset="0"/>
              </a:defRPr>
            </a:lvl4pPr>
            <a:lvl5pPr marL="2093913" indent="-398463" algn="l" rtl="0" eaLnBrk="1" fontAlgn="base" hangingPunct="1">
              <a:spcBef>
                <a:spcPct val="20000"/>
              </a:spcBef>
              <a:spcAft>
                <a:spcPct val="0"/>
              </a:spcAft>
              <a:buClr>
                <a:schemeClr val="tx2"/>
              </a:buClr>
              <a:buFont typeface="Wingdings" panose="05000000000000000000" pitchFamily="2" charset="2"/>
              <a:buChar char="l"/>
              <a:defRPr kumimoji="1" sz="1600">
                <a:solidFill>
                  <a:schemeClr val="tx1"/>
                </a:solidFill>
                <a:latin typeface="Arial" panose="020B0604020202020204" pitchFamily="34" charset="0"/>
                <a:ea typeface="+mn-ea"/>
                <a:cs typeface="Arial" panose="020B0604020202020204" pitchFamily="34" charset="0"/>
              </a:defRPr>
            </a:lvl5pPr>
            <a:lvl6pPr marL="2551113" indent="-398463" algn="l" rtl="0" eaLnBrk="1" fontAlgn="base" hangingPunct="1">
              <a:spcBef>
                <a:spcPct val="20000"/>
              </a:spcBef>
              <a:spcAft>
                <a:spcPct val="0"/>
              </a:spcAft>
              <a:buClr>
                <a:schemeClr val="accent2"/>
              </a:buClr>
              <a:buFont typeface="Wingdings" charset="0"/>
              <a:buChar char="§"/>
              <a:defRPr sz="1600">
                <a:solidFill>
                  <a:schemeClr val="tx1"/>
                </a:solidFill>
                <a:latin typeface="+mn-lt"/>
                <a:ea typeface="+mn-ea"/>
                <a:cs typeface="+mn-cs"/>
              </a:defRPr>
            </a:lvl6pPr>
            <a:lvl7pPr marL="3008313" indent="-398463" algn="l" rtl="0" eaLnBrk="1" fontAlgn="base" hangingPunct="1">
              <a:spcBef>
                <a:spcPct val="20000"/>
              </a:spcBef>
              <a:spcAft>
                <a:spcPct val="0"/>
              </a:spcAft>
              <a:buClr>
                <a:schemeClr val="accent2"/>
              </a:buClr>
              <a:buFont typeface="Wingdings" charset="0"/>
              <a:buChar char="§"/>
              <a:defRPr sz="1600">
                <a:solidFill>
                  <a:schemeClr val="tx1"/>
                </a:solidFill>
                <a:latin typeface="+mn-lt"/>
                <a:ea typeface="+mn-ea"/>
                <a:cs typeface="+mn-cs"/>
              </a:defRPr>
            </a:lvl7pPr>
            <a:lvl8pPr marL="3465513" indent="-398463" algn="l" rtl="0" eaLnBrk="1" fontAlgn="base" hangingPunct="1">
              <a:spcBef>
                <a:spcPct val="20000"/>
              </a:spcBef>
              <a:spcAft>
                <a:spcPct val="0"/>
              </a:spcAft>
              <a:buClr>
                <a:schemeClr val="accent2"/>
              </a:buClr>
              <a:buFont typeface="Wingdings" charset="0"/>
              <a:buChar char="§"/>
              <a:defRPr sz="1600">
                <a:solidFill>
                  <a:schemeClr val="tx1"/>
                </a:solidFill>
                <a:latin typeface="+mn-lt"/>
                <a:ea typeface="+mn-ea"/>
                <a:cs typeface="+mn-cs"/>
              </a:defRPr>
            </a:lvl8pPr>
            <a:lvl9pPr marL="3922713" indent="-398463" algn="l" rtl="0" eaLnBrk="1" fontAlgn="base" hangingPunct="1">
              <a:spcBef>
                <a:spcPct val="20000"/>
              </a:spcBef>
              <a:spcAft>
                <a:spcPct val="0"/>
              </a:spcAft>
              <a:buClr>
                <a:schemeClr val="accent2"/>
              </a:buClr>
              <a:buFont typeface="Wingdings" charset="0"/>
              <a:buChar char="§"/>
              <a:defRPr sz="1600">
                <a:solidFill>
                  <a:schemeClr val="tx1"/>
                </a:solidFill>
                <a:latin typeface="+mn-lt"/>
                <a:ea typeface="+mn-ea"/>
                <a:cs typeface="+mn-cs"/>
              </a:defRPr>
            </a:lvl9pPr>
          </a:lstStyle>
          <a:p>
            <a:endParaRPr lang="en-US" altLang="zh-CN" kern="0" dirty="0"/>
          </a:p>
        </p:txBody>
      </p:sp>
      <p:sp>
        <p:nvSpPr>
          <p:cNvPr id="2" name="标题 1"/>
          <p:cNvSpPr>
            <a:spLocks noGrp="1"/>
          </p:cNvSpPr>
          <p:nvPr>
            <p:ph type="title"/>
          </p:nvPr>
        </p:nvSpPr>
        <p:spPr/>
        <p:txBody>
          <a:bodyPr/>
          <a:lstStyle/>
          <a:p>
            <a:r>
              <a:rPr lang="en-US" altLang="zh-CN" dirty="0"/>
              <a:t>Chapter 5</a:t>
            </a:r>
            <a:endParaRPr lang="zh-CN" altLang="en-US" dirty="0"/>
          </a:p>
        </p:txBody>
      </p:sp>
      <p:sp>
        <p:nvSpPr>
          <p:cNvPr id="7" name="文本框 6">
            <a:extLst>
              <a:ext uri="{FF2B5EF4-FFF2-40B4-BE49-F238E27FC236}">
                <a16:creationId xmlns:a16="http://schemas.microsoft.com/office/drawing/2014/main" id="{B7CB9A8F-4899-4E95-8053-1E8DCFFE7DB8}"/>
              </a:ext>
            </a:extLst>
          </p:cNvPr>
          <p:cNvSpPr txBox="1"/>
          <p:nvPr/>
        </p:nvSpPr>
        <p:spPr>
          <a:xfrm>
            <a:off x="574675" y="1544136"/>
            <a:ext cx="8001000" cy="5009064"/>
          </a:xfrm>
          <a:prstGeom prst="rect">
            <a:avLst/>
          </a:prstGeom>
          <a:noFill/>
        </p:spPr>
        <p:txBody>
          <a:bodyPr wrap="square">
            <a:spAutoFit/>
          </a:bodyPr>
          <a:lstStyle/>
          <a:p>
            <a:pPr algn="just"/>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5.15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私有外设总线（</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Private Peripheral Bus</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PPB</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）基于哪种总线协议，有何特点？</a:t>
            </a:r>
          </a:p>
          <a:p>
            <a:pPr algn="just"/>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解析</a:t>
            </a: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32</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位</a:t>
            </a: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APB</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总线。</a:t>
            </a:r>
            <a:endPar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endParaRPr>
          </a:p>
          <a:p>
            <a:pPr algn="just"/>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负责连接特定的地址范围：外部私有外设子区域</a:t>
            </a: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0xE0040000~0xE00F FFFF</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endParaRPr lang="en-US" altLang="zh-CN" kern="1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endParaRPr>
          </a:p>
          <a:p>
            <a:pPr algn="just"/>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5.10 Cortex-M3</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与</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Cortex-M4</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使用两个堆栈的目的是什么？在中断响应时，程序断点和程序状态寄存器的内容保存在哪个堆栈中？</a:t>
            </a:r>
          </a:p>
          <a:p>
            <a:pPr algn="just"/>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解析</a:t>
            </a: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just">
              <a:lnSpc>
                <a:spcPct val="125000"/>
              </a:lnSpc>
              <a:buFont typeface="Wingdings" panose="05000000000000000000" pitchFamily="2" charset="2"/>
              <a:buChar char="m"/>
            </a:pP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使用两个堆栈是为了服务于不同的操作模式和特权访问等级，处理模式总是使用</a:t>
            </a: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MSP</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，线程模式可以使用</a:t>
            </a: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MSP</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或</a:t>
            </a: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PSP</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just">
              <a:lnSpc>
                <a:spcPct val="125000"/>
              </a:lnSpc>
              <a:buFont typeface="Wingdings" panose="05000000000000000000" pitchFamily="2" charset="2"/>
              <a:buChar char="m"/>
            </a:pP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程序断点和程序状态寄存器的内容保存在</a:t>
            </a: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MSP</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中。</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5.13 Cortex-M3/M4</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从</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SRAM</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域读取指令执行时有什么缺点？</a:t>
            </a:r>
          </a:p>
          <a:p>
            <a:pPr algn="just"/>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解析</a:t>
            </a: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从</a:t>
            </a: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CODE</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区域利用</a:t>
            </a: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I-CODE</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读取指令不会和从</a:t>
            </a: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SRAM</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读取数据冲突，可并行。</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855919996"/>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98AE7A3F-3F03-BFE9-A554-057137DCB9E8}"/>
              </a:ext>
            </a:extLst>
          </p:cNvPr>
          <p:cNvSpPr txBox="1">
            <a:spLocks/>
          </p:cNvSpPr>
          <p:nvPr/>
        </p:nvSpPr>
        <p:spPr bwMode="auto">
          <a:xfrm>
            <a:off x="574675" y="1660062"/>
            <a:ext cx="8488643" cy="4967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xmlns:a14="http://schemas.microsoft.com/office/drawing/2010/main" xmlns:mc="http://schemas.openxmlformats.org/markup-compatibility/2006" val="1"/>
            </a:ext>
          </a:extLst>
        </p:spPr>
        <p:txBody>
          <a:bodyPr vert="horz" wrap="square" lIns="91440" tIns="45720" rIns="91440" bIns="45720" numCol="1" anchor="t" anchorCtr="0" compatLnSpc="1">
            <a:prstTxWarp prst="textNoShape">
              <a:avLst/>
            </a:prstTxWarp>
          </a:bodyPr>
          <a:lstStyle>
            <a:lvl1pPr marL="469900" indent="-469900" algn="l" rtl="0" eaLnBrk="1" fontAlgn="base" hangingPunct="1">
              <a:spcBef>
                <a:spcPct val="20000"/>
              </a:spcBef>
              <a:spcAft>
                <a:spcPct val="0"/>
              </a:spcAft>
              <a:buClr>
                <a:schemeClr val="tx2"/>
              </a:buClr>
              <a:buFont typeface="Wingdings" charset="0"/>
              <a:buChar char="o"/>
              <a:defRPr kumimoji="1" sz="2400">
                <a:solidFill>
                  <a:schemeClr val="tx1"/>
                </a:solidFill>
                <a:latin typeface="Arial" panose="020B0604020202020204" pitchFamily="34" charset="0"/>
                <a:ea typeface="+mn-ea"/>
                <a:cs typeface="Arial" panose="020B0604020202020204" pitchFamily="34" charset="0"/>
              </a:defRPr>
            </a:lvl1pPr>
            <a:lvl2pPr marL="908050" indent="-436563" algn="l" rtl="0" eaLnBrk="1" fontAlgn="base" hangingPunct="1">
              <a:spcBef>
                <a:spcPct val="20000"/>
              </a:spcBef>
              <a:spcAft>
                <a:spcPct val="0"/>
              </a:spcAft>
              <a:buClr>
                <a:schemeClr val="tx2"/>
              </a:buClr>
              <a:buFont typeface="Wingdings" charset="0"/>
              <a:buChar char="n"/>
              <a:defRPr kumimoji="1" sz="2000">
                <a:solidFill>
                  <a:schemeClr val="tx1"/>
                </a:solidFill>
                <a:latin typeface="Arial" panose="020B0604020202020204" pitchFamily="34" charset="0"/>
                <a:ea typeface="+mn-ea"/>
                <a:cs typeface="Arial" panose="020B0604020202020204" pitchFamily="34" charset="0"/>
              </a:defRPr>
            </a:lvl2pPr>
            <a:lvl3pPr marL="1304925" indent="-395288" algn="l" rtl="0" eaLnBrk="1" fontAlgn="base" hangingPunct="1">
              <a:spcBef>
                <a:spcPct val="20000"/>
              </a:spcBef>
              <a:spcAft>
                <a:spcPct val="0"/>
              </a:spcAft>
              <a:buClr>
                <a:schemeClr val="tx2"/>
              </a:buClr>
              <a:buFont typeface="Wingdings" panose="05000000000000000000" pitchFamily="2" charset="2"/>
              <a:buChar char="ü"/>
              <a:defRPr kumimoji="1">
                <a:solidFill>
                  <a:schemeClr val="tx1"/>
                </a:solidFill>
                <a:latin typeface="Arial" panose="020B0604020202020204" pitchFamily="34" charset="0"/>
                <a:ea typeface="+mn-ea"/>
                <a:cs typeface="Arial" panose="020B0604020202020204" pitchFamily="34" charset="0"/>
              </a:defRPr>
            </a:lvl3pPr>
            <a:lvl4pPr marL="1693863" indent="-387350" algn="l" rtl="0" eaLnBrk="1" fontAlgn="base" hangingPunct="1">
              <a:spcBef>
                <a:spcPct val="20000"/>
              </a:spcBef>
              <a:spcAft>
                <a:spcPct val="0"/>
              </a:spcAft>
              <a:buClr>
                <a:schemeClr val="tx2"/>
              </a:buClr>
              <a:buFont typeface="Wingdings" panose="05000000000000000000" pitchFamily="2" charset="2"/>
              <a:buChar char="Ø"/>
              <a:defRPr kumimoji="1" sz="1600">
                <a:solidFill>
                  <a:schemeClr val="tx1"/>
                </a:solidFill>
                <a:latin typeface="Arial" panose="020B0604020202020204" pitchFamily="34" charset="0"/>
                <a:ea typeface="+mn-ea"/>
                <a:cs typeface="Arial" panose="020B0604020202020204" pitchFamily="34" charset="0"/>
              </a:defRPr>
            </a:lvl4pPr>
            <a:lvl5pPr marL="2093913" indent="-398463" algn="l" rtl="0" eaLnBrk="1" fontAlgn="base" hangingPunct="1">
              <a:spcBef>
                <a:spcPct val="20000"/>
              </a:spcBef>
              <a:spcAft>
                <a:spcPct val="0"/>
              </a:spcAft>
              <a:buClr>
                <a:schemeClr val="tx2"/>
              </a:buClr>
              <a:buFont typeface="Wingdings" panose="05000000000000000000" pitchFamily="2" charset="2"/>
              <a:buChar char="l"/>
              <a:defRPr kumimoji="1" sz="1600">
                <a:solidFill>
                  <a:schemeClr val="tx1"/>
                </a:solidFill>
                <a:latin typeface="Arial" panose="020B0604020202020204" pitchFamily="34" charset="0"/>
                <a:ea typeface="+mn-ea"/>
                <a:cs typeface="Arial" panose="020B0604020202020204" pitchFamily="34" charset="0"/>
              </a:defRPr>
            </a:lvl5pPr>
            <a:lvl6pPr marL="2551113" indent="-398463" algn="l" rtl="0" eaLnBrk="1" fontAlgn="base" hangingPunct="1">
              <a:spcBef>
                <a:spcPct val="20000"/>
              </a:spcBef>
              <a:spcAft>
                <a:spcPct val="0"/>
              </a:spcAft>
              <a:buClr>
                <a:schemeClr val="accent2"/>
              </a:buClr>
              <a:buFont typeface="Wingdings" charset="0"/>
              <a:buChar char="§"/>
              <a:defRPr sz="1600">
                <a:solidFill>
                  <a:schemeClr val="tx1"/>
                </a:solidFill>
                <a:latin typeface="+mn-lt"/>
                <a:ea typeface="+mn-ea"/>
                <a:cs typeface="+mn-cs"/>
              </a:defRPr>
            </a:lvl6pPr>
            <a:lvl7pPr marL="3008313" indent="-398463" algn="l" rtl="0" eaLnBrk="1" fontAlgn="base" hangingPunct="1">
              <a:spcBef>
                <a:spcPct val="20000"/>
              </a:spcBef>
              <a:spcAft>
                <a:spcPct val="0"/>
              </a:spcAft>
              <a:buClr>
                <a:schemeClr val="accent2"/>
              </a:buClr>
              <a:buFont typeface="Wingdings" charset="0"/>
              <a:buChar char="§"/>
              <a:defRPr sz="1600">
                <a:solidFill>
                  <a:schemeClr val="tx1"/>
                </a:solidFill>
                <a:latin typeface="+mn-lt"/>
                <a:ea typeface="+mn-ea"/>
                <a:cs typeface="+mn-cs"/>
              </a:defRPr>
            </a:lvl7pPr>
            <a:lvl8pPr marL="3465513" indent="-398463" algn="l" rtl="0" eaLnBrk="1" fontAlgn="base" hangingPunct="1">
              <a:spcBef>
                <a:spcPct val="20000"/>
              </a:spcBef>
              <a:spcAft>
                <a:spcPct val="0"/>
              </a:spcAft>
              <a:buClr>
                <a:schemeClr val="accent2"/>
              </a:buClr>
              <a:buFont typeface="Wingdings" charset="0"/>
              <a:buChar char="§"/>
              <a:defRPr sz="1600">
                <a:solidFill>
                  <a:schemeClr val="tx1"/>
                </a:solidFill>
                <a:latin typeface="+mn-lt"/>
                <a:ea typeface="+mn-ea"/>
                <a:cs typeface="+mn-cs"/>
              </a:defRPr>
            </a:lvl8pPr>
            <a:lvl9pPr marL="3922713" indent="-398463" algn="l" rtl="0" eaLnBrk="1" fontAlgn="base" hangingPunct="1">
              <a:spcBef>
                <a:spcPct val="20000"/>
              </a:spcBef>
              <a:spcAft>
                <a:spcPct val="0"/>
              </a:spcAft>
              <a:buClr>
                <a:schemeClr val="accent2"/>
              </a:buClr>
              <a:buFont typeface="Wingdings" charset="0"/>
              <a:buChar char="§"/>
              <a:defRPr sz="1600">
                <a:solidFill>
                  <a:schemeClr val="tx1"/>
                </a:solidFill>
                <a:latin typeface="+mn-lt"/>
                <a:ea typeface="+mn-ea"/>
                <a:cs typeface="+mn-cs"/>
              </a:defRPr>
            </a:lvl9pPr>
          </a:lstStyle>
          <a:p>
            <a:endParaRPr lang="en-US" altLang="zh-CN" kern="0" dirty="0"/>
          </a:p>
        </p:txBody>
      </p:sp>
      <p:sp>
        <p:nvSpPr>
          <p:cNvPr id="2" name="标题 1"/>
          <p:cNvSpPr>
            <a:spLocks noGrp="1"/>
          </p:cNvSpPr>
          <p:nvPr>
            <p:ph type="title"/>
          </p:nvPr>
        </p:nvSpPr>
        <p:spPr/>
        <p:txBody>
          <a:bodyPr/>
          <a:lstStyle/>
          <a:p>
            <a:r>
              <a:rPr lang="en-US" altLang="zh-CN" dirty="0"/>
              <a:t>Chapter 5</a:t>
            </a:r>
            <a:endParaRPr lang="zh-CN" altLang="en-US" dirty="0"/>
          </a:p>
        </p:txBody>
      </p:sp>
      <p:sp>
        <p:nvSpPr>
          <p:cNvPr id="8" name="文本框 7">
            <a:extLst>
              <a:ext uri="{FF2B5EF4-FFF2-40B4-BE49-F238E27FC236}">
                <a16:creationId xmlns:a16="http://schemas.microsoft.com/office/drawing/2014/main" id="{5B816A19-258E-4674-98D3-152F2E25B3B1}"/>
              </a:ext>
            </a:extLst>
          </p:cNvPr>
          <p:cNvSpPr txBox="1"/>
          <p:nvPr/>
        </p:nvSpPr>
        <p:spPr>
          <a:xfrm>
            <a:off x="574675" y="1764915"/>
            <a:ext cx="7329715" cy="3624069"/>
          </a:xfrm>
          <a:prstGeom prst="rect">
            <a:avLst/>
          </a:prstGeom>
          <a:noFill/>
        </p:spPr>
        <p:txBody>
          <a:bodyPr wrap="square">
            <a:spAutoFit/>
          </a:bodyPr>
          <a:lstStyle/>
          <a:p>
            <a:pPr algn="just"/>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5.17 </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在</a:t>
            </a:r>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Cortex-M3/M4</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中，寄存器</a:t>
            </a:r>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R0~R12</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有何异同？如果这些寄存器都是空闲的，你觉得首先使用哪些？为什么？</a:t>
            </a:r>
          </a:p>
          <a:p>
            <a:pPr algn="just"/>
            <a:r>
              <a:rPr lang="en-US" altLang="zh-CN"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解析</a:t>
            </a:r>
            <a:r>
              <a:rPr lang="en-US" altLang="zh-CN"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just">
              <a:lnSpc>
                <a:spcPct val="125000"/>
              </a:lnSpc>
              <a:buFont typeface="Wingdings" panose="05000000000000000000" pitchFamily="2" charset="2"/>
              <a:buChar char="m"/>
            </a:pPr>
            <a:r>
              <a:rPr lang="zh-CN" altLang="zh-CN"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相同点：都是通用寄存器 </a:t>
            </a:r>
            <a:endPar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just">
              <a:lnSpc>
                <a:spcPct val="125000"/>
              </a:lnSpc>
              <a:buFont typeface="Wingdings" panose="05000000000000000000" pitchFamily="2" charset="2"/>
              <a:buChar char="m"/>
            </a:pPr>
            <a:r>
              <a:rPr lang="zh-CN" altLang="zh-CN"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不同点：为了能够实现汇编程序与</a:t>
            </a:r>
            <a:r>
              <a:rPr lang="en-US" altLang="zh-CN"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C</a:t>
            </a:r>
            <a:r>
              <a:rPr lang="zh-CN" altLang="zh-CN"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语言程序的相互调用，</a:t>
            </a:r>
            <a:r>
              <a:rPr lang="en-US" altLang="zh-CN"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ARM</a:t>
            </a:r>
            <a:r>
              <a:rPr lang="zh-CN" altLang="zh-CN"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公司制定了</a:t>
            </a:r>
            <a:r>
              <a:rPr lang="en-US" altLang="zh-CN"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AAPCS</a:t>
            </a:r>
            <a:r>
              <a:rPr lang="zh-CN" altLang="zh-CN"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ARM Architecture Procedure Call Standard</a:t>
            </a:r>
            <a:r>
              <a:rPr lang="zh-CN" altLang="zh-CN"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）规范：</a:t>
            </a:r>
            <a:r>
              <a:rPr lang="en-US" altLang="zh-CN"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R0~R3</a:t>
            </a:r>
            <a:r>
              <a:rPr lang="zh-CN" altLang="zh-CN"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用于子程序之间的参数传递；</a:t>
            </a:r>
            <a:r>
              <a:rPr lang="en-US" altLang="zh-CN"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R4~R11</a:t>
            </a:r>
            <a:r>
              <a:rPr lang="zh-CN" altLang="zh-CN"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用于保存子程序的局部变量；</a:t>
            </a:r>
            <a:r>
              <a:rPr lang="en-US" altLang="zh-CN"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R12</a:t>
            </a:r>
            <a:r>
              <a:rPr lang="zh-CN" altLang="zh-CN"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作为子程序调用中间寄存器。</a:t>
            </a:r>
            <a:endPar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just">
              <a:lnSpc>
                <a:spcPct val="125000"/>
              </a:lnSpc>
              <a:buFont typeface="Wingdings" panose="05000000000000000000" pitchFamily="2" charset="2"/>
              <a:buChar char="m"/>
            </a:pPr>
            <a:r>
              <a:rPr lang="zh-CN" altLang="zh-CN"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优先使用低位寄存器</a:t>
            </a:r>
            <a:endPar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742950" lvl="1" indent="-285750" algn="just">
              <a:lnSpc>
                <a:spcPct val="125000"/>
              </a:lnSpc>
              <a:buFont typeface="Wingdings" panose="05000000000000000000" pitchFamily="2" charset="2"/>
              <a:buChar char=""/>
            </a:pPr>
            <a:r>
              <a:rPr lang="en-US" altLang="zh-CN"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R0~R7 </a:t>
            </a:r>
            <a:r>
              <a:rPr lang="zh-CN" altLang="zh-CN"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低位寄存器</a:t>
            </a:r>
            <a:r>
              <a:rPr lang="en-US" altLang="zh-CN"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许多</a:t>
            </a:r>
            <a:r>
              <a:rPr lang="en-US" altLang="zh-CN"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16</a:t>
            </a:r>
            <a:r>
              <a:rPr lang="zh-CN" altLang="zh-CN"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位的</a:t>
            </a:r>
            <a:r>
              <a:rPr lang="en-US" altLang="zh-CN"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thumb</a:t>
            </a:r>
            <a:r>
              <a:rPr lang="zh-CN" altLang="zh-CN"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指令只能访问低位寄存器</a:t>
            </a:r>
            <a:r>
              <a:rPr lang="en-US" altLang="zh-CN"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dirty="0">
                <a:solidFill>
                  <a:srgbClr val="0070C0"/>
                </a:solidFill>
                <a:effectLst/>
                <a:latin typeface="Times New Roman" panose="02020603050405020304" pitchFamily="18" charset="0"/>
                <a:ea typeface="宋体" panose="02010600030101010101" pitchFamily="2" charset="-122"/>
              </a:rPr>
              <a:t>R8~R12</a:t>
            </a:r>
            <a:r>
              <a:rPr lang="zh-CN" altLang="zh-CN"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高位寄存器</a:t>
            </a:r>
            <a:r>
              <a:rPr lang="en-US" altLang="zh-CN" dirty="0">
                <a:solidFill>
                  <a:srgbClr val="0070C0"/>
                </a:solidFill>
                <a:effectLst/>
                <a:latin typeface="Times New Roman" panose="02020603050405020304" pitchFamily="18" charset="0"/>
                <a:ea typeface="宋体" panose="02010600030101010101" pitchFamily="2" charset="-122"/>
              </a:rPr>
              <a:t>(</a:t>
            </a:r>
            <a:r>
              <a:rPr lang="zh-CN" altLang="zh-CN"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可用于</a:t>
            </a:r>
            <a:r>
              <a:rPr lang="en-US" altLang="zh-CN" dirty="0">
                <a:solidFill>
                  <a:srgbClr val="0070C0"/>
                </a:solidFill>
                <a:effectLst/>
                <a:latin typeface="Times New Roman" panose="02020603050405020304" pitchFamily="18" charset="0"/>
                <a:ea typeface="宋体" panose="02010600030101010101" pitchFamily="2" charset="-122"/>
              </a:rPr>
              <a:t>32</a:t>
            </a:r>
            <a:r>
              <a:rPr lang="zh-CN" altLang="zh-CN"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位指令和少数几个</a:t>
            </a:r>
            <a:r>
              <a:rPr lang="en-US" altLang="zh-CN" dirty="0">
                <a:solidFill>
                  <a:srgbClr val="0070C0"/>
                </a:solidFill>
                <a:effectLst/>
                <a:latin typeface="Times New Roman" panose="02020603050405020304" pitchFamily="18" charset="0"/>
                <a:ea typeface="宋体" panose="02010600030101010101" pitchFamily="2" charset="-122"/>
              </a:rPr>
              <a:t>16</a:t>
            </a:r>
            <a:r>
              <a:rPr lang="zh-CN" altLang="zh-CN"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位指令</a:t>
            </a:r>
            <a:r>
              <a:rPr lang="en-US" altLang="zh-CN" dirty="0">
                <a:solidFill>
                  <a:srgbClr val="0070C0"/>
                </a:solidFill>
                <a:effectLst/>
                <a:latin typeface="Times New Roman" panose="02020603050405020304" pitchFamily="18" charset="0"/>
                <a:ea typeface="宋体" panose="02010600030101010101" pitchFamily="2" charset="-122"/>
              </a:rPr>
              <a:t>) </a:t>
            </a:r>
            <a:endParaRPr lang="zh-CN" altLang="en-US" sz="3600" dirty="0"/>
          </a:p>
        </p:txBody>
      </p:sp>
    </p:spTree>
    <p:extLst>
      <p:ext uri="{BB962C8B-B14F-4D97-AF65-F5344CB8AC3E}">
        <p14:creationId xmlns:p14="http://schemas.microsoft.com/office/powerpoint/2010/main" val="1394919349"/>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98AE7A3F-3F03-BFE9-A554-057137DCB9E8}"/>
              </a:ext>
            </a:extLst>
          </p:cNvPr>
          <p:cNvSpPr txBox="1">
            <a:spLocks/>
          </p:cNvSpPr>
          <p:nvPr/>
        </p:nvSpPr>
        <p:spPr bwMode="auto">
          <a:xfrm>
            <a:off x="574675" y="1645548"/>
            <a:ext cx="8488643" cy="4967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xmlns:a14="http://schemas.microsoft.com/office/drawing/2010/main" xmlns:mc="http://schemas.openxmlformats.org/markup-compatibility/2006" val="1"/>
            </a:ext>
          </a:extLst>
        </p:spPr>
        <p:txBody>
          <a:bodyPr vert="horz" wrap="square" lIns="91440" tIns="45720" rIns="91440" bIns="45720" numCol="1" anchor="t" anchorCtr="0" compatLnSpc="1">
            <a:prstTxWarp prst="textNoShape">
              <a:avLst/>
            </a:prstTxWarp>
          </a:bodyPr>
          <a:lstStyle>
            <a:lvl1pPr marL="469900" indent="-469900" algn="l" rtl="0" eaLnBrk="1" fontAlgn="base" hangingPunct="1">
              <a:spcBef>
                <a:spcPct val="20000"/>
              </a:spcBef>
              <a:spcAft>
                <a:spcPct val="0"/>
              </a:spcAft>
              <a:buClr>
                <a:schemeClr val="tx2"/>
              </a:buClr>
              <a:buFont typeface="Wingdings" charset="0"/>
              <a:buChar char="o"/>
              <a:defRPr kumimoji="1" sz="2400">
                <a:solidFill>
                  <a:schemeClr val="tx1"/>
                </a:solidFill>
                <a:latin typeface="Arial" panose="020B0604020202020204" pitchFamily="34" charset="0"/>
                <a:ea typeface="+mn-ea"/>
                <a:cs typeface="Arial" panose="020B0604020202020204" pitchFamily="34" charset="0"/>
              </a:defRPr>
            </a:lvl1pPr>
            <a:lvl2pPr marL="908050" indent="-436563" algn="l" rtl="0" eaLnBrk="1" fontAlgn="base" hangingPunct="1">
              <a:spcBef>
                <a:spcPct val="20000"/>
              </a:spcBef>
              <a:spcAft>
                <a:spcPct val="0"/>
              </a:spcAft>
              <a:buClr>
                <a:schemeClr val="tx2"/>
              </a:buClr>
              <a:buFont typeface="Wingdings" charset="0"/>
              <a:buChar char="n"/>
              <a:defRPr kumimoji="1" sz="2000">
                <a:solidFill>
                  <a:schemeClr val="tx1"/>
                </a:solidFill>
                <a:latin typeface="Arial" panose="020B0604020202020204" pitchFamily="34" charset="0"/>
                <a:ea typeface="+mn-ea"/>
                <a:cs typeface="Arial" panose="020B0604020202020204" pitchFamily="34" charset="0"/>
              </a:defRPr>
            </a:lvl2pPr>
            <a:lvl3pPr marL="1304925" indent="-395288" algn="l" rtl="0" eaLnBrk="1" fontAlgn="base" hangingPunct="1">
              <a:spcBef>
                <a:spcPct val="20000"/>
              </a:spcBef>
              <a:spcAft>
                <a:spcPct val="0"/>
              </a:spcAft>
              <a:buClr>
                <a:schemeClr val="tx2"/>
              </a:buClr>
              <a:buFont typeface="Wingdings" panose="05000000000000000000" pitchFamily="2" charset="2"/>
              <a:buChar char="ü"/>
              <a:defRPr kumimoji="1">
                <a:solidFill>
                  <a:schemeClr val="tx1"/>
                </a:solidFill>
                <a:latin typeface="Arial" panose="020B0604020202020204" pitchFamily="34" charset="0"/>
                <a:ea typeface="+mn-ea"/>
                <a:cs typeface="Arial" panose="020B0604020202020204" pitchFamily="34" charset="0"/>
              </a:defRPr>
            </a:lvl3pPr>
            <a:lvl4pPr marL="1693863" indent="-387350" algn="l" rtl="0" eaLnBrk="1" fontAlgn="base" hangingPunct="1">
              <a:spcBef>
                <a:spcPct val="20000"/>
              </a:spcBef>
              <a:spcAft>
                <a:spcPct val="0"/>
              </a:spcAft>
              <a:buClr>
                <a:schemeClr val="tx2"/>
              </a:buClr>
              <a:buFont typeface="Wingdings" panose="05000000000000000000" pitchFamily="2" charset="2"/>
              <a:buChar char="Ø"/>
              <a:defRPr kumimoji="1" sz="1600">
                <a:solidFill>
                  <a:schemeClr val="tx1"/>
                </a:solidFill>
                <a:latin typeface="Arial" panose="020B0604020202020204" pitchFamily="34" charset="0"/>
                <a:ea typeface="+mn-ea"/>
                <a:cs typeface="Arial" panose="020B0604020202020204" pitchFamily="34" charset="0"/>
              </a:defRPr>
            </a:lvl4pPr>
            <a:lvl5pPr marL="2093913" indent="-398463" algn="l" rtl="0" eaLnBrk="1" fontAlgn="base" hangingPunct="1">
              <a:spcBef>
                <a:spcPct val="20000"/>
              </a:spcBef>
              <a:spcAft>
                <a:spcPct val="0"/>
              </a:spcAft>
              <a:buClr>
                <a:schemeClr val="tx2"/>
              </a:buClr>
              <a:buFont typeface="Wingdings" panose="05000000000000000000" pitchFamily="2" charset="2"/>
              <a:buChar char="l"/>
              <a:defRPr kumimoji="1" sz="1600">
                <a:solidFill>
                  <a:schemeClr val="tx1"/>
                </a:solidFill>
                <a:latin typeface="Arial" panose="020B0604020202020204" pitchFamily="34" charset="0"/>
                <a:ea typeface="+mn-ea"/>
                <a:cs typeface="Arial" panose="020B0604020202020204" pitchFamily="34" charset="0"/>
              </a:defRPr>
            </a:lvl5pPr>
            <a:lvl6pPr marL="2551113" indent="-398463" algn="l" rtl="0" eaLnBrk="1" fontAlgn="base" hangingPunct="1">
              <a:spcBef>
                <a:spcPct val="20000"/>
              </a:spcBef>
              <a:spcAft>
                <a:spcPct val="0"/>
              </a:spcAft>
              <a:buClr>
                <a:schemeClr val="accent2"/>
              </a:buClr>
              <a:buFont typeface="Wingdings" charset="0"/>
              <a:buChar char="§"/>
              <a:defRPr sz="1600">
                <a:solidFill>
                  <a:schemeClr val="tx1"/>
                </a:solidFill>
                <a:latin typeface="+mn-lt"/>
                <a:ea typeface="+mn-ea"/>
                <a:cs typeface="+mn-cs"/>
              </a:defRPr>
            </a:lvl6pPr>
            <a:lvl7pPr marL="3008313" indent="-398463" algn="l" rtl="0" eaLnBrk="1" fontAlgn="base" hangingPunct="1">
              <a:spcBef>
                <a:spcPct val="20000"/>
              </a:spcBef>
              <a:spcAft>
                <a:spcPct val="0"/>
              </a:spcAft>
              <a:buClr>
                <a:schemeClr val="accent2"/>
              </a:buClr>
              <a:buFont typeface="Wingdings" charset="0"/>
              <a:buChar char="§"/>
              <a:defRPr sz="1600">
                <a:solidFill>
                  <a:schemeClr val="tx1"/>
                </a:solidFill>
                <a:latin typeface="+mn-lt"/>
                <a:ea typeface="+mn-ea"/>
                <a:cs typeface="+mn-cs"/>
              </a:defRPr>
            </a:lvl7pPr>
            <a:lvl8pPr marL="3465513" indent="-398463" algn="l" rtl="0" eaLnBrk="1" fontAlgn="base" hangingPunct="1">
              <a:spcBef>
                <a:spcPct val="20000"/>
              </a:spcBef>
              <a:spcAft>
                <a:spcPct val="0"/>
              </a:spcAft>
              <a:buClr>
                <a:schemeClr val="accent2"/>
              </a:buClr>
              <a:buFont typeface="Wingdings" charset="0"/>
              <a:buChar char="§"/>
              <a:defRPr sz="1600">
                <a:solidFill>
                  <a:schemeClr val="tx1"/>
                </a:solidFill>
                <a:latin typeface="+mn-lt"/>
                <a:ea typeface="+mn-ea"/>
                <a:cs typeface="+mn-cs"/>
              </a:defRPr>
            </a:lvl8pPr>
            <a:lvl9pPr marL="3922713" indent="-398463" algn="l" rtl="0" eaLnBrk="1" fontAlgn="base" hangingPunct="1">
              <a:spcBef>
                <a:spcPct val="20000"/>
              </a:spcBef>
              <a:spcAft>
                <a:spcPct val="0"/>
              </a:spcAft>
              <a:buClr>
                <a:schemeClr val="accent2"/>
              </a:buClr>
              <a:buFont typeface="Wingdings" charset="0"/>
              <a:buChar char="§"/>
              <a:defRPr sz="1600">
                <a:solidFill>
                  <a:schemeClr val="tx1"/>
                </a:solidFill>
                <a:latin typeface="+mn-lt"/>
                <a:ea typeface="+mn-ea"/>
                <a:cs typeface="+mn-cs"/>
              </a:defRPr>
            </a:lvl9pPr>
          </a:lstStyle>
          <a:p>
            <a:endParaRPr lang="en-US" altLang="zh-CN" kern="0" dirty="0"/>
          </a:p>
        </p:txBody>
      </p:sp>
      <p:sp>
        <p:nvSpPr>
          <p:cNvPr id="2" name="标题 1"/>
          <p:cNvSpPr>
            <a:spLocks noGrp="1"/>
          </p:cNvSpPr>
          <p:nvPr>
            <p:ph type="title"/>
          </p:nvPr>
        </p:nvSpPr>
        <p:spPr/>
        <p:txBody>
          <a:bodyPr/>
          <a:lstStyle/>
          <a:p>
            <a:r>
              <a:rPr lang="en-US" altLang="zh-CN" dirty="0"/>
              <a:t>Chapter 5</a:t>
            </a:r>
            <a:endParaRPr lang="zh-CN" altLang="en-US" dirty="0"/>
          </a:p>
        </p:txBody>
      </p:sp>
      <p:sp>
        <p:nvSpPr>
          <p:cNvPr id="8" name="文本框 7">
            <a:extLst>
              <a:ext uri="{FF2B5EF4-FFF2-40B4-BE49-F238E27FC236}">
                <a16:creationId xmlns:a16="http://schemas.microsoft.com/office/drawing/2014/main" id="{96E036F3-427E-46A7-B9A2-FD4BDFB88D33}"/>
              </a:ext>
            </a:extLst>
          </p:cNvPr>
          <p:cNvSpPr txBox="1"/>
          <p:nvPr/>
        </p:nvSpPr>
        <p:spPr>
          <a:xfrm>
            <a:off x="574675" y="1645548"/>
            <a:ext cx="8001000" cy="2585323"/>
          </a:xfrm>
          <a:prstGeom prst="rect">
            <a:avLst/>
          </a:prstGeom>
          <a:noFill/>
        </p:spPr>
        <p:txBody>
          <a:bodyPr wrap="square">
            <a:spAutoFit/>
          </a:bodyPr>
          <a:lstStyle/>
          <a:p>
            <a:pPr algn="just"/>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5.19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某段程序需要跳转到</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0x0100 0000</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执行，有人写了如下两行汇编指令代码：</a:t>
            </a:r>
          </a:p>
          <a:p>
            <a:pPr algn="just"/>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MOV	R0,		#0x0100 0000</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MOV	R15</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R0</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请问这样会有什么问题？</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解析</a:t>
            </a: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无论使用跳转指令还是直接写</a:t>
            </a: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PC</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寄存器，写入值必须是奇数，确保其最低位是</a:t>
            </a: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“1” </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，以表示其处于</a:t>
            </a: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Thumb</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状态，否则将被认为试图转入</a:t>
            </a: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ARM</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模式，从而导致出现错误异常。</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214434529"/>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98AE7A3F-3F03-BFE9-A554-057137DCB9E8}"/>
              </a:ext>
            </a:extLst>
          </p:cNvPr>
          <p:cNvSpPr txBox="1">
            <a:spLocks/>
          </p:cNvSpPr>
          <p:nvPr/>
        </p:nvSpPr>
        <p:spPr bwMode="auto">
          <a:xfrm>
            <a:off x="574675" y="1645548"/>
            <a:ext cx="8488643" cy="4967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xmlns:a14="http://schemas.microsoft.com/office/drawing/2010/main" xmlns:mc="http://schemas.openxmlformats.org/markup-compatibility/2006" val="1"/>
            </a:ext>
          </a:extLst>
        </p:spPr>
        <p:txBody>
          <a:bodyPr vert="horz" wrap="square" lIns="91440" tIns="45720" rIns="91440" bIns="45720" numCol="1" anchor="t" anchorCtr="0" compatLnSpc="1">
            <a:prstTxWarp prst="textNoShape">
              <a:avLst/>
            </a:prstTxWarp>
          </a:bodyPr>
          <a:lstStyle>
            <a:lvl1pPr marL="469900" indent="-469900" algn="l" rtl="0" eaLnBrk="1" fontAlgn="base" hangingPunct="1">
              <a:spcBef>
                <a:spcPct val="20000"/>
              </a:spcBef>
              <a:spcAft>
                <a:spcPct val="0"/>
              </a:spcAft>
              <a:buClr>
                <a:schemeClr val="tx2"/>
              </a:buClr>
              <a:buFont typeface="Wingdings" charset="0"/>
              <a:buChar char="o"/>
              <a:defRPr kumimoji="1" sz="2400">
                <a:solidFill>
                  <a:schemeClr val="tx1"/>
                </a:solidFill>
                <a:latin typeface="Arial" panose="020B0604020202020204" pitchFamily="34" charset="0"/>
                <a:ea typeface="+mn-ea"/>
                <a:cs typeface="Arial" panose="020B0604020202020204" pitchFamily="34" charset="0"/>
              </a:defRPr>
            </a:lvl1pPr>
            <a:lvl2pPr marL="908050" indent="-436563" algn="l" rtl="0" eaLnBrk="1" fontAlgn="base" hangingPunct="1">
              <a:spcBef>
                <a:spcPct val="20000"/>
              </a:spcBef>
              <a:spcAft>
                <a:spcPct val="0"/>
              </a:spcAft>
              <a:buClr>
                <a:schemeClr val="tx2"/>
              </a:buClr>
              <a:buFont typeface="Wingdings" charset="0"/>
              <a:buChar char="n"/>
              <a:defRPr kumimoji="1" sz="2000">
                <a:solidFill>
                  <a:schemeClr val="tx1"/>
                </a:solidFill>
                <a:latin typeface="Arial" panose="020B0604020202020204" pitchFamily="34" charset="0"/>
                <a:ea typeface="+mn-ea"/>
                <a:cs typeface="Arial" panose="020B0604020202020204" pitchFamily="34" charset="0"/>
              </a:defRPr>
            </a:lvl2pPr>
            <a:lvl3pPr marL="1304925" indent="-395288" algn="l" rtl="0" eaLnBrk="1" fontAlgn="base" hangingPunct="1">
              <a:spcBef>
                <a:spcPct val="20000"/>
              </a:spcBef>
              <a:spcAft>
                <a:spcPct val="0"/>
              </a:spcAft>
              <a:buClr>
                <a:schemeClr val="tx2"/>
              </a:buClr>
              <a:buFont typeface="Wingdings" panose="05000000000000000000" pitchFamily="2" charset="2"/>
              <a:buChar char="ü"/>
              <a:defRPr kumimoji="1">
                <a:solidFill>
                  <a:schemeClr val="tx1"/>
                </a:solidFill>
                <a:latin typeface="Arial" panose="020B0604020202020204" pitchFamily="34" charset="0"/>
                <a:ea typeface="+mn-ea"/>
                <a:cs typeface="Arial" panose="020B0604020202020204" pitchFamily="34" charset="0"/>
              </a:defRPr>
            </a:lvl3pPr>
            <a:lvl4pPr marL="1693863" indent="-387350" algn="l" rtl="0" eaLnBrk="1" fontAlgn="base" hangingPunct="1">
              <a:spcBef>
                <a:spcPct val="20000"/>
              </a:spcBef>
              <a:spcAft>
                <a:spcPct val="0"/>
              </a:spcAft>
              <a:buClr>
                <a:schemeClr val="tx2"/>
              </a:buClr>
              <a:buFont typeface="Wingdings" panose="05000000000000000000" pitchFamily="2" charset="2"/>
              <a:buChar char="Ø"/>
              <a:defRPr kumimoji="1" sz="1600">
                <a:solidFill>
                  <a:schemeClr val="tx1"/>
                </a:solidFill>
                <a:latin typeface="Arial" panose="020B0604020202020204" pitchFamily="34" charset="0"/>
                <a:ea typeface="+mn-ea"/>
                <a:cs typeface="Arial" panose="020B0604020202020204" pitchFamily="34" charset="0"/>
              </a:defRPr>
            </a:lvl4pPr>
            <a:lvl5pPr marL="2093913" indent="-398463" algn="l" rtl="0" eaLnBrk="1" fontAlgn="base" hangingPunct="1">
              <a:spcBef>
                <a:spcPct val="20000"/>
              </a:spcBef>
              <a:spcAft>
                <a:spcPct val="0"/>
              </a:spcAft>
              <a:buClr>
                <a:schemeClr val="tx2"/>
              </a:buClr>
              <a:buFont typeface="Wingdings" panose="05000000000000000000" pitchFamily="2" charset="2"/>
              <a:buChar char="l"/>
              <a:defRPr kumimoji="1" sz="1600">
                <a:solidFill>
                  <a:schemeClr val="tx1"/>
                </a:solidFill>
                <a:latin typeface="Arial" panose="020B0604020202020204" pitchFamily="34" charset="0"/>
                <a:ea typeface="+mn-ea"/>
                <a:cs typeface="Arial" panose="020B0604020202020204" pitchFamily="34" charset="0"/>
              </a:defRPr>
            </a:lvl5pPr>
            <a:lvl6pPr marL="2551113" indent="-398463" algn="l" rtl="0" eaLnBrk="1" fontAlgn="base" hangingPunct="1">
              <a:spcBef>
                <a:spcPct val="20000"/>
              </a:spcBef>
              <a:spcAft>
                <a:spcPct val="0"/>
              </a:spcAft>
              <a:buClr>
                <a:schemeClr val="accent2"/>
              </a:buClr>
              <a:buFont typeface="Wingdings" charset="0"/>
              <a:buChar char="§"/>
              <a:defRPr sz="1600">
                <a:solidFill>
                  <a:schemeClr val="tx1"/>
                </a:solidFill>
                <a:latin typeface="+mn-lt"/>
                <a:ea typeface="+mn-ea"/>
                <a:cs typeface="+mn-cs"/>
              </a:defRPr>
            </a:lvl6pPr>
            <a:lvl7pPr marL="3008313" indent="-398463" algn="l" rtl="0" eaLnBrk="1" fontAlgn="base" hangingPunct="1">
              <a:spcBef>
                <a:spcPct val="20000"/>
              </a:spcBef>
              <a:spcAft>
                <a:spcPct val="0"/>
              </a:spcAft>
              <a:buClr>
                <a:schemeClr val="accent2"/>
              </a:buClr>
              <a:buFont typeface="Wingdings" charset="0"/>
              <a:buChar char="§"/>
              <a:defRPr sz="1600">
                <a:solidFill>
                  <a:schemeClr val="tx1"/>
                </a:solidFill>
                <a:latin typeface="+mn-lt"/>
                <a:ea typeface="+mn-ea"/>
                <a:cs typeface="+mn-cs"/>
              </a:defRPr>
            </a:lvl7pPr>
            <a:lvl8pPr marL="3465513" indent="-398463" algn="l" rtl="0" eaLnBrk="1" fontAlgn="base" hangingPunct="1">
              <a:spcBef>
                <a:spcPct val="20000"/>
              </a:spcBef>
              <a:spcAft>
                <a:spcPct val="0"/>
              </a:spcAft>
              <a:buClr>
                <a:schemeClr val="accent2"/>
              </a:buClr>
              <a:buFont typeface="Wingdings" charset="0"/>
              <a:buChar char="§"/>
              <a:defRPr sz="1600">
                <a:solidFill>
                  <a:schemeClr val="tx1"/>
                </a:solidFill>
                <a:latin typeface="+mn-lt"/>
                <a:ea typeface="+mn-ea"/>
                <a:cs typeface="+mn-cs"/>
              </a:defRPr>
            </a:lvl8pPr>
            <a:lvl9pPr marL="3922713" indent="-398463" algn="l" rtl="0" eaLnBrk="1" fontAlgn="base" hangingPunct="1">
              <a:spcBef>
                <a:spcPct val="20000"/>
              </a:spcBef>
              <a:spcAft>
                <a:spcPct val="0"/>
              </a:spcAft>
              <a:buClr>
                <a:schemeClr val="accent2"/>
              </a:buClr>
              <a:buFont typeface="Wingdings" charset="0"/>
              <a:buChar char="§"/>
              <a:defRPr sz="1600">
                <a:solidFill>
                  <a:schemeClr val="tx1"/>
                </a:solidFill>
                <a:latin typeface="+mn-lt"/>
                <a:ea typeface="+mn-ea"/>
                <a:cs typeface="+mn-cs"/>
              </a:defRPr>
            </a:lvl9pPr>
          </a:lstStyle>
          <a:p>
            <a:endParaRPr lang="en-US" altLang="zh-CN" kern="0" dirty="0"/>
          </a:p>
        </p:txBody>
      </p:sp>
      <p:sp>
        <p:nvSpPr>
          <p:cNvPr id="2" name="标题 1"/>
          <p:cNvSpPr>
            <a:spLocks noGrp="1"/>
          </p:cNvSpPr>
          <p:nvPr>
            <p:ph type="title"/>
          </p:nvPr>
        </p:nvSpPr>
        <p:spPr/>
        <p:txBody>
          <a:bodyPr/>
          <a:lstStyle/>
          <a:p>
            <a:r>
              <a:rPr lang="en-US" altLang="zh-CN" dirty="0"/>
              <a:t>Chapter 5</a:t>
            </a:r>
            <a:endParaRPr lang="zh-CN" altLang="en-US" dirty="0"/>
          </a:p>
        </p:txBody>
      </p:sp>
      <p:sp>
        <p:nvSpPr>
          <p:cNvPr id="7" name="文本框 6">
            <a:extLst>
              <a:ext uri="{FF2B5EF4-FFF2-40B4-BE49-F238E27FC236}">
                <a16:creationId xmlns:a16="http://schemas.microsoft.com/office/drawing/2014/main" id="{2F98930D-6119-424D-B906-A0B96AB7B833}"/>
              </a:ext>
            </a:extLst>
          </p:cNvPr>
          <p:cNvSpPr txBox="1"/>
          <p:nvPr/>
        </p:nvSpPr>
        <p:spPr>
          <a:xfrm>
            <a:off x="574675" y="1365403"/>
            <a:ext cx="8162925" cy="3093154"/>
          </a:xfrm>
          <a:prstGeom prst="rect">
            <a:avLst/>
          </a:prstGeom>
          <a:noFill/>
        </p:spPr>
        <p:txBody>
          <a:bodyPr wrap="square">
            <a:spAutoFit/>
          </a:bodyPr>
          <a:lstStyle/>
          <a:p>
            <a:pPr algn="just"/>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5.31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写出利用位段操作读取</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0x4000 1000</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的第</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3</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位的代码。</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l">
              <a:spcBef>
                <a:spcPts val="620"/>
              </a:spcBef>
            </a:pP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解析</a:t>
            </a: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此处第</a:t>
            </a: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3</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位的理解可能有歧义，一种是理解为</a:t>
            </a: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bit[2]</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、一种是理解为</a:t>
            </a: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bit[3]</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，以下按照</a:t>
            </a: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bit[3]</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给出参考代码</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l">
              <a:spcBef>
                <a:spcPts val="620"/>
              </a:spcBef>
            </a:pP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汇编实现：</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l"/>
            <a:r>
              <a:rPr lang="en-US" altLang="zh-CN" sz="1800" kern="0" dirty="0">
                <a:solidFill>
                  <a:srgbClr val="770088"/>
                </a:solidFill>
                <a:effectLst/>
                <a:latin typeface="Times New Roman" panose="02020603050405020304" pitchFamily="18" charset="0"/>
                <a:ea typeface="Consolas" panose="020B0609020204030204" pitchFamily="49" charset="0"/>
                <a:cs typeface="Times New Roman" panose="02020603050405020304" pitchFamily="18" charset="0"/>
              </a:rPr>
              <a:t>LDR </a:t>
            </a:r>
            <a:r>
              <a:rPr lang="en-US" altLang="zh-CN" sz="1800" kern="0" dirty="0">
                <a:solidFill>
                  <a:srgbClr val="000000"/>
                </a:solidFill>
                <a:effectLst/>
                <a:latin typeface="Times New Roman" panose="02020603050405020304" pitchFamily="18" charset="0"/>
                <a:ea typeface="Consolas" panose="020B0609020204030204" pitchFamily="49" charset="0"/>
                <a:cs typeface="Times New Roman" panose="02020603050405020304" pitchFamily="18" charset="0"/>
              </a:rPr>
              <a:t>R0</a:t>
            </a:r>
            <a:r>
              <a:rPr lang="zh-CN" altLang="zh-CN" sz="1800" kern="0" dirty="0">
                <a:solidFill>
                  <a:srgbClr val="333333"/>
                </a:solidFill>
                <a:effectLst/>
                <a:latin typeface="Times New Roman" panose="02020603050405020304" pitchFamily="18" charset="0"/>
                <a:ea typeface="新宋体" panose="02010609030101010101" pitchFamily="49" charset="-122"/>
                <a:cs typeface="Times New Roman" panose="02020603050405020304" pitchFamily="18" charset="0"/>
              </a:rPr>
              <a:t>，</a:t>
            </a:r>
            <a:r>
              <a:rPr lang="en-US" altLang="zh-CN" sz="1800" kern="0" dirty="0">
                <a:solidFill>
                  <a:srgbClr val="117700"/>
                </a:solidFill>
                <a:effectLst/>
                <a:latin typeface="Times New Roman" panose="02020603050405020304" pitchFamily="18" charset="0"/>
                <a:ea typeface="Consolas" panose="020B0609020204030204" pitchFamily="49" charset="0"/>
                <a:cs typeface="Times New Roman" panose="02020603050405020304" pitchFamily="18" charset="0"/>
              </a:rPr>
              <a:t>=0x4202 </a:t>
            </a:r>
            <a:r>
              <a:rPr lang="en-US" altLang="zh-CN" sz="1800" kern="0" dirty="0">
                <a:solidFill>
                  <a:srgbClr val="333333"/>
                </a:solidFill>
                <a:effectLst/>
                <a:latin typeface="Times New Roman" panose="02020603050405020304" pitchFamily="18" charset="0"/>
                <a:ea typeface="Consolas" panose="020B0609020204030204" pitchFamily="49" charset="0"/>
                <a:cs typeface="Times New Roman" panose="02020603050405020304" pitchFamily="18" charset="0"/>
              </a:rPr>
              <a:t>000</a:t>
            </a:r>
            <a:r>
              <a:rPr lang="en-US" altLang="zh-CN" sz="1800" kern="0" dirty="0">
                <a:solidFill>
                  <a:srgbClr val="333333"/>
                </a:solidFill>
                <a:effectLst/>
                <a:latin typeface="Times New Roman" panose="02020603050405020304" pitchFamily="18" charset="0"/>
                <a:ea typeface="宋体" panose="02010600030101010101" pitchFamily="2" charset="-122"/>
                <a:cs typeface="Times New Roman" panose="02020603050405020304" pitchFamily="18" charset="0"/>
              </a:rPr>
              <a:t>C</a:t>
            </a:r>
            <a:r>
              <a:rPr lang="en-US" altLang="zh-CN" sz="1800" kern="0" dirty="0">
                <a:solidFill>
                  <a:srgbClr val="333333"/>
                </a:solidFill>
                <a:effectLst/>
                <a:latin typeface="Times New Roman" panose="02020603050405020304" pitchFamily="18" charset="0"/>
                <a:ea typeface="Consolas" panose="020B0609020204030204" pitchFamily="49" charset="0"/>
                <a:cs typeface="Times New Roman" panose="02020603050405020304" pitchFamily="18" charset="0"/>
              </a:rPr>
              <a:t> </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l"/>
            <a:r>
              <a:rPr lang="en-US" altLang="zh-CN" sz="1800" kern="0" dirty="0">
                <a:solidFill>
                  <a:srgbClr val="770088"/>
                </a:solidFill>
                <a:effectLst/>
                <a:latin typeface="Times New Roman" panose="02020603050405020304" pitchFamily="18" charset="0"/>
                <a:ea typeface="Consolas" panose="020B0609020204030204" pitchFamily="49" charset="0"/>
                <a:cs typeface="Times New Roman" panose="02020603050405020304" pitchFamily="18" charset="0"/>
              </a:rPr>
              <a:t>LDR </a:t>
            </a:r>
            <a:r>
              <a:rPr lang="en-US" altLang="zh-CN" sz="1800" kern="0" dirty="0">
                <a:solidFill>
                  <a:srgbClr val="000000"/>
                </a:solidFill>
                <a:effectLst/>
                <a:latin typeface="Times New Roman" panose="02020603050405020304" pitchFamily="18" charset="0"/>
                <a:ea typeface="Consolas" panose="020B0609020204030204" pitchFamily="49" charset="0"/>
                <a:cs typeface="Times New Roman" panose="02020603050405020304" pitchFamily="18" charset="0"/>
              </a:rPr>
              <a:t>R1</a:t>
            </a:r>
            <a:r>
              <a:rPr lang="zh-CN" altLang="zh-CN" sz="1800" kern="0" dirty="0">
                <a:solidFill>
                  <a:srgbClr val="333333"/>
                </a:solidFill>
                <a:effectLst/>
                <a:latin typeface="Times New Roman" panose="02020603050405020304" pitchFamily="18" charset="0"/>
                <a:ea typeface="新宋体" panose="02010609030101010101" pitchFamily="49" charset="-122"/>
                <a:cs typeface="Times New Roman" panose="02020603050405020304" pitchFamily="18" charset="0"/>
              </a:rPr>
              <a:t>，</a:t>
            </a:r>
            <a:r>
              <a:rPr lang="en-US" altLang="zh-CN" sz="1800" kern="0" dirty="0">
                <a:solidFill>
                  <a:srgbClr val="333333"/>
                </a:solidFill>
                <a:effectLst/>
                <a:latin typeface="Times New Roman" panose="02020603050405020304" pitchFamily="18" charset="0"/>
                <a:ea typeface="Consolas" panose="020B0609020204030204" pitchFamily="49" charset="0"/>
                <a:cs typeface="Times New Roman" panose="02020603050405020304" pitchFamily="18" charset="0"/>
              </a:rPr>
              <a:t>[</a:t>
            </a:r>
            <a:r>
              <a:rPr lang="en-US" altLang="zh-CN" sz="1800" kern="0" dirty="0">
                <a:solidFill>
                  <a:srgbClr val="000000"/>
                </a:solidFill>
                <a:effectLst/>
                <a:latin typeface="Times New Roman" panose="02020603050405020304" pitchFamily="18" charset="0"/>
                <a:ea typeface="Consolas" panose="020B0609020204030204" pitchFamily="49" charset="0"/>
                <a:cs typeface="Times New Roman" panose="02020603050405020304" pitchFamily="18" charset="0"/>
              </a:rPr>
              <a:t>R0</a:t>
            </a:r>
            <a:r>
              <a:rPr lang="en-US" altLang="zh-CN" sz="1800" kern="0" dirty="0">
                <a:solidFill>
                  <a:srgbClr val="333333"/>
                </a:solidFill>
                <a:effectLst/>
                <a:latin typeface="Times New Roman" panose="02020603050405020304" pitchFamily="18" charset="0"/>
                <a:ea typeface="Consolas" panose="020B0609020204030204" pitchFamily="49" charset="0"/>
                <a:cs typeface="Times New Roman" panose="02020603050405020304" pitchFamily="18" charset="0"/>
              </a:rPr>
              <a:t>] </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l">
              <a:spcBef>
                <a:spcPts val="620"/>
              </a:spcBef>
            </a:pP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C</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实现（</a:t>
            </a: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volatile</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关键字非必须）：</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int x;</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x = *(( </a:t>
            </a:r>
            <a:r>
              <a:rPr lang="en-US" altLang="zh-CN" sz="1800" kern="100" dirty="0">
                <a:solidFill>
                  <a:srgbClr val="1818FF"/>
                </a:solidFill>
                <a:effectLst/>
                <a:latin typeface="Times New Roman" panose="02020603050405020304" pitchFamily="18" charset="0"/>
                <a:ea typeface="宋体" panose="02010600030101010101" pitchFamily="2" charset="-122"/>
                <a:cs typeface="Times New Roman" panose="02020603050405020304" pitchFamily="18" charset="0"/>
              </a:rPr>
              <a:t>volatile</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unsigned long*) (0x4202 000C));</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3" name="图片 2">
            <a:extLst>
              <a:ext uri="{FF2B5EF4-FFF2-40B4-BE49-F238E27FC236}">
                <a16:creationId xmlns:a16="http://schemas.microsoft.com/office/drawing/2014/main" id="{ACF75E31-32CD-44A3-BF70-A8FA5A3BE189}"/>
              </a:ext>
            </a:extLst>
          </p:cNvPr>
          <p:cNvPicPr>
            <a:picLocks noChangeAspect="1"/>
          </p:cNvPicPr>
          <p:nvPr/>
        </p:nvPicPr>
        <p:blipFill>
          <a:blip r:embed="rId3"/>
          <a:stretch>
            <a:fillRect/>
          </a:stretch>
        </p:blipFill>
        <p:spPr>
          <a:xfrm>
            <a:off x="689741" y="4659086"/>
            <a:ext cx="3882259" cy="2021946"/>
          </a:xfrm>
          <a:prstGeom prst="rect">
            <a:avLst/>
          </a:prstGeom>
        </p:spPr>
      </p:pic>
    </p:spTree>
    <p:extLst>
      <p:ext uri="{BB962C8B-B14F-4D97-AF65-F5344CB8AC3E}">
        <p14:creationId xmlns:p14="http://schemas.microsoft.com/office/powerpoint/2010/main" val="2153973068"/>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98AE7A3F-3F03-BFE9-A554-057137DCB9E8}"/>
              </a:ext>
            </a:extLst>
          </p:cNvPr>
          <p:cNvSpPr txBox="1">
            <a:spLocks/>
          </p:cNvSpPr>
          <p:nvPr/>
        </p:nvSpPr>
        <p:spPr bwMode="auto">
          <a:xfrm>
            <a:off x="574675" y="1645548"/>
            <a:ext cx="8488643" cy="4967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xmlns:a14="http://schemas.microsoft.com/office/drawing/2010/main" xmlns:mc="http://schemas.openxmlformats.org/markup-compatibility/2006" val="1"/>
            </a:ext>
          </a:extLst>
        </p:spPr>
        <p:txBody>
          <a:bodyPr vert="horz" wrap="square" lIns="91440" tIns="45720" rIns="91440" bIns="45720" numCol="1" anchor="t" anchorCtr="0" compatLnSpc="1">
            <a:prstTxWarp prst="textNoShape">
              <a:avLst/>
            </a:prstTxWarp>
          </a:bodyPr>
          <a:lstStyle>
            <a:lvl1pPr marL="469900" indent="-469900" algn="l" rtl="0" eaLnBrk="1" fontAlgn="base" hangingPunct="1">
              <a:spcBef>
                <a:spcPct val="20000"/>
              </a:spcBef>
              <a:spcAft>
                <a:spcPct val="0"/>
              </a:spcAft>
              <a:buClr>
                <a:schemeClr val="tx2"/>
              </a:buClr>
              <a:buFont typeface="Wingdings" charset="0"/>
              <a:buChar char="o"/>
              <a:defRPr kumimoji="1" sz="2400">
                <a:solidFill>
                  <a:schemeClr val="tx1"/>
                </a:solidFill>
                <a:latin typeface="Arial" panose="020B0604020202020204" pitchFamily="34" charset="0"/>
                <a:ea typeface="+mn-ea"/>
                <a:cs typeface="Arial" panose="020B0604020202020204" pitchFamily="34" charset="0"/>
              </a:defRPr>
            </a:lvl1pPr>
            <a:lvl2pPr marL="908050" indent="-436563" algn="l" rtl="0" eaLnBrk="1" fontAlgn="base" hangingPunct="1">
              <a:spcBef>
                <a:spcPct val="20000"/>
              </a:spcBef>
              <a:spcAft>
                <a:spcPct val="0"/>
              </a:spcAft>
              <a:buClr>
                <a:schemeClr val="tx2"/>
              </a:buClr>
              <a:buFont typeface="Wingdings" charset="0"/>
              <a:buChar char="n"/>
              <a:defRPr kumimoji="1" sz="2000">
                <a:solidFill>
                  <a:schemeClr val="tx1"/>
                </a:solidFill>
                <a:latin typeface="Arial" panose="020B0604020202020204" pitchFamily="34" charset="0"/>
                <a:ea typeface="+mn-ea"/>
                <a:cs typeface="Arial" panose="020B0604020202020204" pitchFamily="34" charset="0"/>
              </a:defRPr>
            </a:lvl2pPr>
            <a:lvl3pPr marL="1304925" indent="-395288" algn="l" rtl="0" eaLnBrk="1" fontAlgn="base" hangingPunct="1">
              <a:spcBef>
                <a:spcPct val="20000"/>
              </a:spcBef>
              <a:spcAft>
                <a:spcPct val="0"/>
              </a:spcAft>
              <a:buClr>
                <a:schemeClr val="tx2"/>
              </a:buClr>
              <a:buFont typeface="Wingdings" panose="05000000000000000000" pitchFamily="2" charset="2"/>
              <a:buChar char="ü"/>
              <a:defRPr kumimoji="1">
                <a:solidFill>
                  <a:schemeClr val="tx1"/>
                </a:solidFill>
                <a:latin typeface="Arial" panose="020B0604020202020204" pitchFamily="34" charset="0"/>
                <a:ea typeface="+mn-ea"/>
                <a:cs typeface="Arial" panose="020B0604020202020204" pitchFamily="34" charset="0"/>
              </a:defRPr>
            </a:lvl3pPr>
            <a:lvl4pPr marL="1693863" indent="-387350" algn="l" rtl="0" eaLnBrk="1" fontAlgn="base" hangingPunct="1">
              <a:spcBef>
                <a:spcPct val="20000"/>
              </a:spcBef>
              <a:spcAft>
                <a:spcPct val="0"/>
              </a:spcAft>
              <a:buClr>
                <a:schemeClr val="tx2"/>
              </a:buClr>
              <a:buFont typeface="Wingdings" panose="05000000000000000000" pitchFamily="2" charset="2"/>
              <a:buChar char="Ø"/>
              <a:defRPr kumimoji="1" sz="1600">
                <a:solidFill>
                  <a:schemeClr val="tx1"/>
                </a:solidFill>
                <a:latin typeface="Arial" panose="020B0604020202020204" pitchFamily="34" charset="0"/>
                <a:ea typeface="+mn-ea"/>
                <a:cs typeface="Arial" panose="020B0604020202020204" pitchFamily="34" charset="0"/>
              </a:defRPr>
            </a:lvl4pPr>
            <a:lvl5pPr marL="2093913" indent="-398463" algn="l" rtl="0" eaLnBrk="1" fontAlgn="base" hangingPunct="1">
              <a:spcBef>
                <a:spcPct val="20000"/>
              </a:spcBef>
              <a:spcAft>
                <a:spcPct val="0"/>
              </a:spcAft>
              <a:buClr>
                <a:schemeClr val="tx2"/>
              </a:buClr>
              <a:buFont typeface="Wingdings" panose="05000000000000000000" pitchFamily="2" charset="2"/>
              <a:buChar char="l"/>
              <a:defRPr kumimoji="1" sz="1600">
                <a:solidFill>
                  <a:schemeClr val="tx1"/>
                </a:solidFill>
                <a:latin typeface="Arial" panose="020B0604020202020204" pitchFamily="34" charset="0"/>
                <a:ea typeface="+mn-ea"/>
                <a:cs typeface="Arial" panose="020B0604020202020204" pitchFamily="34" charset="0"/>
              </a:defRPr>
            </a:lvl5pPr>
            <a:lvl6pPr marL="2551113" indent="-398463" algn="l" rtl="0" eaLnBrk="1" fontAlgn="base" hangingPunct="1">
              <a:spcBef>
                <a:spcPct val="20000"/>
              </a:spcBef>
              <a:spcAft>
                <a:spcPct val="0"/>
              </a:spcAft>
              <a:buClr>
                <a:schemeClr val="accent2"/>
              </a:buClr>
              <a:buFont typeface="Wingdings" charset="0"/>
              <a:buChar char="§"/>
              <a:defRPr sz="1600">
                <a:solidFill>
                  <a:schemeClr val="tx1"/>
                </a:solidFill>
                <a:latin typeface="+mn-lt"/>
                <a:ea typeface="+mn-ea"/>
                <a:cs typeface="+mn-cs"/>
              </a:defRPr>
            </a:lvl6pPr>
            <a:lvl7pPr marL="3008313" indent="-398463" algn="l" rtl="0" eaLnBrk="1" fontAlgn="base" hangingPunct="1">
              <a:spcBef>
                <a:spcPct val="20000"/>
              </a:spcBef>
              <a:spcAft>
                <a:spcPct val="0"/>
              </a:spcAft>
              <a:buClr>
                <a:schemeClr val="accent2"/>
              </a:buClr>
              <a:buFont typeface="Wingdings" charset="0"/>
              <a:buChar char="§"/>
              <a:defRPr sz="1600">
                <a:solidFill>
                  <a:schemeClr val="tx1"/>
                </a:solidFill>
                <a:latin typeface="+mn-lt"/>
                <a:ea typeface="+mn-ea"/>
                <a:cs typeface="+mn-cs"/>
              </a:defRPr>
            </a:lvl7pPr>
            <a:lvl8pPr marL="3465513" indent="-398463" algn="l" rtl="0" eaLnBrk="1" fontAlgn="base" hangingPunct="1">
              <a:spcBef>
                <a:spcPct val="20000"/>
              </a:spcBef>
              <a:spcAft>
                <a:spcPct val="0"/>
              </a:spcAft>
              <a:buClr>
                <a:schemeClr val="accent2"/>
              </a:buClr>
              <a:buFont typeface="Wingdings" charset="0"/>
              <a:buChar char="§"/>
              <a:defRPr sz="1600">
                <a:solidFill>
                  <a:schemeClr val="tx1"/>
                </a:solidFill>
                <a:latin typeface="+mn-lt"/>
                <a:ea typeface="+mn-ea"/>
                <a:cs typeface="+mn-cs"/>
              </a:defRPr>
            </a:lvl8pPr>
            <a:lvl9pPr marL="3922713" indent="-398463" algn="l" rtl="0" eaLnBrk="1" fontAlgn="base" hangingPunct="1">
              <a:spcBef>
                <a:spcPct val="20000"/>
              </a:spcBef>
              <a:spcAft>
                <a:spcPct val="0"/>
              </a:spcAft>
              <a:buClr>
                <a:schemeClr val="accent2"/>
              </a:buClr>
              <a:buFont typeface="Wingdings" charset="0"/>
              <a:buChar char="§"/>
              <a:defRPr sz="1600">
                <a:solidFill>
                  <a:schemeClr val="tx1"/>
                </a:solidFill>
                <a:latin typeface="+mn-lt"/>
                <a:ea typeface="+mn-ea"/>
                <a:cs typeface="+mn-cs"/>
              </a:defRPr>
            </a:lvl9pPr>
          </a:lstStyle>
          <a:p>
            <a:endParaRPr lang="en-US" altLang="zh-CN" kern="0" dirty="0"/>
          </a:p>
        </p:txBody>
      </p:sp>
      <p:sp>
        <p:nvSpPr>
          <p:cNvPr id="2" name="标题 1"/>
          <p:cNvSpPr>
            <a:spLocks noGrp="1"/>
          </p:cNvSpPr>
          <p:nvPr>
            <p:ph type="title"/>
          </p:nvPr>
        </p:nvSpPr>
        <p:spPr/>
        <p:txBody>
          <a:bodyPr/>
          <a:lstStyle/>
          <a:p>
            <a:r>
              <a:rPr lang="en-US" altLang="zh-CN" dirty="0"/>
              <a:t>Chapter 5</a:t>
            </a:r>
            <a:endParaRPr lang="zh-CN" altLang="en-US" dirty="0"/>
          </a:p>
        </p:txBody>
      </p:sp>
      <p:sp>
        <p:nvSpPr>
          <p:cNvPr id="8" name="文本框 7">
            <a:extLst>
              <a:ext uri="{FF2B5EF4-FFF2-40B4-BE49-F238E27FC236}">
                <a16:creationId xmlns:a16="http://schemas.microsoft.com/office/drawing/2014/main" id="{B819B19B-6FB1-4719-8ED2-5A3C64D1B64E}"/>
              </a:ext>
            </a:extLst>
          </p:cNvPr>
          <p:cNvSpPr txBox="1"/>
          <p:nvPr/>
        </p:nvSpPr>
        <p:spPr>
          <a:xfrm>
            <a:off x="574675" y="1645548"/>
            <a:ext cx="8374744" cy="3624069"/>
          </a:xfrm>
          <a:prstGeom prst="rect">
            <a:avLst/>
          </a:prstGeom>
          <a:noFill/>
        </p:spPr>
        <p:txBody>
          <a:bodyPr wrap="square">
            <a:spAutoFit/>
          </a:bodyPr>
          <a:lstStyle/>
          <a:p>
            <a:pPr algn="l">
              <a:spcBef>
                <a:spcPts val="240"/>
              </a:spcBef>
            </a:pPr>
            <a:r>
              <a:rPr lang="en-US" altLang="zh-CN" b="1"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b="1"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补充</a:t>
            </a:r>
            <a:r>
              <a:rPr lang="en-US" altLang="zh-CN" b="1"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5.48]</a:t>
            </a:r>
            <a:r>
              <a:rPr lang="en-US" altLang="zh-CN"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Cortex-M3/M4</a:t>
            </a:r>
            <a:r>
              <a:rPr lang="zh-CN" altLang="zh-CN"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系统中，栈存储区域放置在</a:t>
            </a:r>
            <a:r>
              <a:rPr lang="en-US" altLang="zh-CN"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4GB</a:t>
            </a:r>
            <a:r>
              <a:rPr lang="zh-CN" altLang="zh-CN"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地址空间的什么位置比较好？请解释原因。</a:t>
            </a:r>
            <a:endPar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r>
              <a:rPr lang="en-US" altLang="zh-CN"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解析</a:t>
            </a:r>
            <a:r>
              <a:rPr lang="en-US" altLang="zh-CN"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]SRAM</a:t>
            </a:r>
            <a:r>
              <a:rPr lang="zh-CN" altLang="zh-CN"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最低的地址范围，因为</a:t>
            </a:r>
            <a:r>
              <a:rPr lang="en-US" altLang="zh-CN"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Cortex-M3/M4</a:t>
            </a:r>
            <a:r>
              <a:rPr lang="zh-CN" altLang="zh-CN"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只支持满递减堆栈，放置在这个区域，如果发生栈溢出，不会影响到正常的数据。</a:t>
            </a:r>
            <a:endParaRPr lang="en-US" altLang="zh-CN"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endParaRPr>
          </a:p>
          <a:p>
            <a:pPr algn="just"/>
            <a:endParaRPr lang="en-US" altLang="zh-CN" kern="1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endParaRPr>
          </a:p>
          <a:p>
            <a:pPr algn="just"/>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5.16 </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如果非特权线程试图访问内核私有区域，将会导致哪一类异常？如果</a:t>
            </a:r>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Cortex-M3</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使用了一条</a:t>
            </a:r>
            <a:r>
              <a:rPr lang="en-US" altLang="zh-CN" kern="100" dirty="0">
                <a:effectLst/>
                <a:latin typeface="Times New Roman" panose="02020603050405020304" pitchFamily="18" charset="0"/>
                <a:ea typeface="宋体" panose="02010600030101010101" pitchFamily="2" charset="-122"/>
                <a:cs typeface="Times New Roman" panose="02020603050405020304" pitchFamily="18" charset="0"/>
              </a:rPr>
              <a:t>SIMD</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运算指令，结果又将如何？</a:t>
            </a:r>
          </a:p>
          <a:p>
            <a:pPr algn="just"/>
            <a:r>
              <a:rPr lang="en-US" altLang="zh-CN"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解析</a:t>
            </a:r>
            <a:r>
              <a:rPr lang="en-US" altLang="zh-CN"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just">
              <a:lnSpc>
                <a:spcPct val="125000"/>
              </a:lnSpc>
              <a:buFont typeface="Wingdings" panose="05000000000000000000" pitchFamily="2" charset="2"/>
              <a:buChar char="m"/>
            </a:pPr>
            <a:r>
              <a:rPr lang="zh-CN" altLang="zh-CN"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访问内存的行为违反了</a:t>
            </a:r>
            <a:r>
              <a:rPr lang="en-US" altLang="zh-CN"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MPU</a:t>
            </a:r>
            <a:r>
              <a:rPr lang="zh-CN" altLang="zh-CN"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定义的规则，触发</a:t>
            </a:r>
            <a:r>
              <a:rPr lang="en-US" altLang="zh-CN" kern="100" dirty="0" err="1">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MemManage</a:t>
            </a:r>
            <a:r>
              <a:rPr lang="zh-CN" altLang="zh-CN"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错误 </a:t>
            </a:r>
            <a:endPar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just">
              <a:lnSpc>
                <a:spcPct val="125000"/>
              </a:lnSpc>
              <a:buFont typeface="Wingdings" panose="05000000000000000000" pitchFamily="2" charset="2"/>
              <a:buChar char="m"/>
            </a:pPr>
            <a:r>
              <a:rPr lang="zh-CN" altLang="zh-CN"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由于</a:t>
            </a:r>
            <a:r>
              <a:rPr lang="en-US" altLang="zh-CN"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cortex-M3</a:t>
            </a:r>
            <a:r>
              <a:rPr lang="zh-CN" altLang="zh-CN"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没有浮点运算，</a:t>
            </a:r>
            <a:r>
              <a:rPr lang="en-US" altLang="zh-CN"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DSP</a:t>
            </a:r>
            <a:r>
              <a:rPr lang="zh-CN" altLang="zh-CN"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等协处理器，访问位配置的部件，触发用法错误</a:t>
            </a:r>
            <a:endPar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endPar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717134089"/>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98AE7A3F-3F03-BFE9-A554-057137DCB9E8}"/>
              </a:ext>
            </a:extLst>
          </p:cNvPr>
          <p:cNvSpPr txBox="1">
            <a:spLocks/>
          </p:cNvSpPr>
          <p:nvPr/>
        </p:nvSpPr>
        <p:spPr bwMode="auto">
          <a:xfrm>
            <a:off x="574675" y="1645548"/>
            <a:ext cx="8488643" cy="4967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xmlns:a14="http://schemas.microsoft.com/office/drawing/2010/main" xmlns:mc="http://schemas.openxmlformats.org/markup-compatibility/2006" val="1"/>
            </a:ext>
          </a:extLst>
        </p:spPr>
        <p:txBody>
          <a:bodyPr vert="horz" wrap="square" lIns="91440" tIns="45720" rIns="91440" bIns="45720" numCol="1" anchor="t" anchorCtr="0" compatLnSpc="1">
            <a:prstTxWarp prst="textNoShape">
              <a:avLst/>
            </a:prstTxWarp>
          </a:bodyPr>
          <a:lstStyle>
            <a:lvl1pPr marL="469900" indent="-469900" algn="l" rtl="0" eaLnBrk="1" fontAlgn="base" hangingPunct="1">
              <a:spcBef>
                <a:spcPct val="20000"/>
              </a:spcBef>
              <a:spcAft>
                <a:spcPct val="0"/>
              </a:spcAft>
              <a:buClr>
                <a:schemeClr val="tx2"/>
              </a:buClr>
              <a:buFont typeface="Wingdings" charset="0"/>
              <a:buChar char="o"/>
              <a:defRPr kumimoji="1" sz="2400">
                <a:solidFill>
                  <a:schemeClr val="tx1"/>
                </a:solidFill>
                <a:latin typeface="Arial" panose="020B0604020202020204" pitchFamily="34" charset="0"/>
                <a:ea typeface="+mn-ea"/>
                <a:cs typeface="Arial" panose="020B0604020202020204" pitchFamily="34" charset="0"/>
              </a:defRPr>
            </a:lvl1pPr>
            <a:lvl2pPr marL="908050" indent="-436563" algn="l" rtl="0" eaLnBrk="1" fontAlgn="base" hangingPunct="1">
              <a:spcBef>
                <a:spcPct val="20000"/>
              </a:spcBef>
              <a:spcAft>
                <a:spcPct val="0"/>
              </a:spcAft>
              <a:buClr>
                <a:schemeClr val="tx2"/>
              </a:buClr>
              <a:buFont typeface="Wingdings" charset="0"/>
              <a:buChar char="n"/>
              <a:defRPr kumimoji="1" sz="2000">
                <a:solidFill>
                  <a:schemeClr val="tx1"/>
                </a:solidFill>
                <a:latin typeface="Arial" panose="020B0604020202020204" pitchFamily="34" charset="0"/>
                <a:ea typeface="+mn-ea"/>
                <a:cs typeface="Arial" panose="020B0604020202020204" pitchFamily="34" charset="0"/>
              </a:defRPr>
            </a:lvl2pPr>
            <a:lvl3pPr marL="1304925" indent="-395288" algn="l" rtl="0" eaLnBrk="1" fontAlgn="base" hangingPunct="1">
              <a:spcBef>
                <a:spcPct val="20000"/>
              </a:spcBef>
              <a:spcAft>
                <a:spcPct val="0"/>
              </a:spcAft>
              <a:buClr>
                <a:schemeClr val="tx2"/>
              </a:buClr>
              <a:buFont typeface="Wingdings" panose="05000000000000000000" pitchFamily="2" charset="2"/>
              <a:buChar char="ü"/>
              <a:defRPr kumimoji="1">
                <a:solidFill>
                  <a:schemeClr val="tx1"/>
                </a:solidFill>
                <a:latin typeface="Arial" panose="020B0604020202020204" pitchFamily="34" charset="0"/>
                <a:ea typeface="+mn-ea"/>
                <a:cs typeface="Arial" panose="020B0604020202020204" pitchFamily="34" charset="0"/>
              </a:defRPr>
            </a:lvl3pPr>
            <a:lvl4pPr marL="1693863" indent="-387350" algn="l" rtl="0" eaLnBrk="1" fontAlgn="base" hangingPunct="1">
              <a:spcBef>
                <a:spcPct val="20000"/>
              </a:spcBef>
              <a:spcAft>
                <a:spcPct val="0"/>
              </a:spcAft>
              <a:buClr>
                <a:schemeClr val="tx2"/>
              </a:buClr>
              <a:buFont typeface="Wingdings" panose="05000000000000000000" pitchFamily="2" charset="2"/>
              <a:buChar char="Ø"/>
              <a:defRPr kumimoji="1" sz="1600">
                <a:solidFill>
                  <a:schemeClr val="tx1"/>
                </a:solidFill>
                <a:latin typeface="Arial" panose="020B0604020202020204" pitchFamily="34" charset="0"/>
                <a:ea typeface="+mn-ea"/>
                <a:cs typeface="Arial" panose="020B0604020202020204" pitchFamily="34" charset="0"/>
              </a:defRPr>
            </a:lvl4pPr>
            <a:lvl5pPr marL="2093913" indent="-398463" algn="l" rtl="0" eaLnBrk="1" fontAlgn="base" hangingPunct="1">
              <a:spcBef>
                <a:spcPct val="20000"/>
              </a:spcBef>
              <a:spcAft>
                <a:spcPct val="0"/>
              </a:spcAft>
              <a:buClr>
                <a:schemeClr val="tx2"/>
              </a:buClr>
              <a:buFont typeface="Wingdings" panose="05000000000000000000" pitchFamily="2" charset="2"/>
              <a:buChar char="l"/>
              <a:defRPr kumimoji="1" sz="1600">
                <a:solidFill>
                  <a:schemeClr val="tx1"/>
                </a:solidFill>
                <a:latin typeface="Arial" panose="020B0604020202020204" pitchFamily="34" charset="0"/>
                <a:ea typeface="+mn-ea"/>
                <a:cs typeface="Arial" panose="020B0604020202020204" pitchFamily="34" charset="0"/>
              </a:defRPr>
            </a:lvl5pPr>
            <a:lvl6pPr marL="2551113" indent="-398463" algn="l" rtl="0" eaLnBrk="1" fontAlgn="base" hangingPunct="1">
              <a:spcBef>
                <a:spcPct val="20000"/>
              </a:spcBef>
              <a:spcAft>
                <a:spcPct val="0"/>
              </a:spcAft>
              <a:buClr>
                <a:schemeClr val="accent2"/>
              </a:buClr>
              <a:buFont typeface="Wingdings" charset="0"/>
              <a:buChar char="§"/>
              <a:defRPr sz="1600">
                <a:solidFill>
                  <a:schemeClr val="tx1"/>
                </a:solidFill>
                <a:latin typeface="+mn-lt"/>
                <a:ea typeface="+mn-ea"/>
                <a:cs typeface="+mn-cs"/>
              </a:defRPr>
            </a:lvl6pPr>
            <a:lvl7pPr marL="3008313" indent="-398463" algn="l" rtl="0" eaLnBrk="1" fontAlgn="base" hangingPunct="1">
              <a:spcBef>
                <a:spcPct val="20000"/>
              </a:spcBef>
              <a:spcAft>
                <a:spcPct val="0"/>
              </a:spcAft>
              <a:buClr>
                <a:schemeClr val="accent2"/>
              </a:buClr>
              <a:buFont typeface="Wingdings" charset="0"/>
              <a:buChar char="§"/>
              <a:defRPr sz="1600">
                <a:solidFill>
                  <a:schemeClr val="tx1"/>
                </a:solidFill>
                <a:latin typeface="+mn-lt"/>
                <a:ea typeface="+mn-ea"/>
                <a:cs typeface="+mn-cs"/>
              </a:defRPr>
            </a:lvl7pPr>
            <a:lvl8pPr marL="3465513" indent="-398463" algn="l" rtl="0" eaLnBrk="1" fontAlgn="base" hangingPunct="1">
              <a:spcBef>
                <a:spcPct val="20000"/>
              </a:spcBef>
              <a:spcAft>
                <a:spcPct val="0"/>
              </a:spcAft>
              <a:buClr>
                <a:schemeClr val="accent2"/>
              </a:buClr>
              <a:buFont typeface="Wingdings" charset="0"/>
              <a:buChar char="§"/>
              <a:defRPr sz="1600">
                <a:solidFill>
                  <a:schemeClr val="tx1"/>
                </a:solidFill>
                <a:latin typeface="+mn-lt"/>
                <a:ea typeface="+mn-ea"/>
                <a:cs typeface="+mn-cs"/>
              </a:defRPr>
            </a:lvl8pPr>
            <a:lvl9pPr marL="3922713" indent="-398463" algn="l" rtl="0" eaLnBrk="1" fontAlgn="base" hangingPunct="1">
              <a:spcBef>
                <a:spcPct val="20000"/>
              </a:spcBef>
              <a:spcAft>
                <a:spcPct val="0"/>
              </a:spcAft>
              <a:buClr>
                <a:schemeClr val="accent2"/>
              </a:buClr>
              <a:buFont typeface="Wingdings" charset="0"/>
              <a:buChar char="§"/>
              <a:defRPr sz="1600">
                <a:solidFill>
                  <a:schemeClr val="tx1"/>
                </a:solidFill>
                <a:latin typeface="+mn-lt"/>
                <a:ea typeface="+mn-ea"/>
                <a:cs typeface="+mn-cs"/>
              </a:defRPr>
            </a:lvl9pPr>
          </a:lstStyle>
          <a:p>
            <a:endParaRPr lang="en-US" altLang="zh-CN" kern="0" dirty="0"/>
          </a:p>
        </p:txBody>
      </p:sp>
      <p:sp>
        <p:nvSpPr>
          <p:cNvPr id="2" name="标题 1"/>
          <p:cNvSpPr>
            <a:spLocks noGrp="1"/>
          </p:cNvSpPr>
          <p:nvPr>
            <p:ph type="title"/>
          </p:nvPr>
        </p:nvSpPr>
        <p:spPr/>
        <p:txBody>
          <a:bodyPr/>
          <a:lstStyle/>
          <a:p>
            <a:r>
              <a:rPr lang="en-US" altLang="zh-CN" dirty="0"/>
              <a:t>Chapter 5</a:t>
            </a:r>
            <a:endParaRPr lang="zh-CN" altLang="en-US" dirty="0"/>
          </a:p>
        </p:txBody>
      </p:sp>
      <p:sp>
        <p:nvSpPr>
          <p:cNvPr id="7" name="文本框 6">
            <a:extLst>
              <a:ext uri="{FF2B5EF4-FFF2-40B4-BE49-F238E27FC236}">
                <a16:creationId xmlns:a16="http://schemas.microsoft.com/office/drawing/2014/main" id="{11115AB9-6C62-4A78-B610-EDA118C7B4F8}"/>
              </a:ext>
            </a:extLst>
          </p:cNvPr>
          <p:cNvSpPr txBox="1"/>
          <p:nvPr/>
        </p:nvSpPr>
        <p:spPr>
          <a:xfrm>
            <a:off x="574675" y="1813450"/>
            <a:ext cx="6553200" cy="3978012"/>
          </a:xfrm>
          <a:prstGeom prst="rect">
            <a:avLst/>
          </a:prstGeom>
          <a:noFill/>
        </p:spPr>
        <p:txBody>
          <a:bodyPr wrap="square">
            <a:spAutoFit/>
          </a:bodyPr>
          <a:lstStyle/>
          <a:p>
            <a:r>
              <a:rPr lang="en-US" altLang="zh-CN" sz="1800" dirty="0">
                <a:effectLst/>
                <a:latin typeface="Times New Roman" panose="02020603050405020304" pitchFamily="18" charset="0"/>
                <a:ea typeface="宋体" panose="02010600030101010101" pitchFamily="2" charset="-122"/>
              </a:rPr>
              <a:t>5.23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有人写了一段对</a:t>
            </a:r>
            <a:r>
              <a:rPr lang="en-US" altLang="zh-CN" sz="1800" dirty="0">
                <a:effectLst/>
                <a:latin typeface="Times New Roman" panose="02020603050405020304" pitchFamily="18" charset="0"/>
                <a:ea typeface="宋体" panose="02010600030101010101" pitchFamily="2" charset="-122"/>
              </a:rPr>
              <a:t>Cortex-M4</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的进程栈进行初始化的代码，其中</a:t>
            </a:r>
            <a:r>
              <a:rPr lang="en-US" altLang="zh-CN" sz="1800" dirty="0">
                <a:effectLst/>
                <a:latin typeface="Times New Roman" panose="02020603050405020304" pitchFamily="18" charset="0"/>
                <a:ea typeface="宋体" panose="02010600030101010101" pitchFamily="2" charset="-122"/>
              </a:rPr>
              <a:t>PSP</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的初始值设为</a:t>
            </a:r>
            <a:r>
              <a:rPr lang="en-US" altLang="zh-CN" sz="1800" dirty="0">
                <a:effectLst/>
                <a:latin typeface="Times New Roman" panose="02020603050405020304" pitchFamily="18" charset="0"/>
                <a:ea typeface="宋体" panose="02010600030101010101" pitchFamily="2" charset="-122"/>
              </a:rPr>
              <a:t>0x8765</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4321</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，并且使用了如下一条语句：</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“MOV	PSP,	 R0”</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对</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PSP</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进行赋值（其中</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R0=0x8765 4321</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）。这样做存在哪些问题？请逐一说明。</a:t>
            </a:r>
          </a:p>
          <a:p>
            <a:pPr algn="just"/>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解析</a:t>
            </a: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just">
              <a:lnSpc>
                <a:spcPct val="125000"/>
              </a:lnSpc>
              <a:buFont typeface="Wingdings" panose="05000000000000000000" pitchFamily="2" charset="2"/>
              <a:buChar char="m"/>
            </a:pP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由于堆栈操作是以字为单位的，所以堆栈要字对齐，而</a:t>
            </a: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PSP</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的初始值并没有做到字对齐 </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just">
              <a:lnSpc>
                <a:spcPct val="125000"/>
              </a:lnSpc>
              <a:buFont typeface="Wingdings" panose="05000000000000000000" pitchFamily="2" charset="2"/>
              <a:buChar char="m"/>
            </a:pP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MSP</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PSP</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只能用特殊寄存器指令</a:t>
            </a: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MRS</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MSR</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指令访问 </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5.29 Cortex-M3</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存储空间的哪些区域支持位段（</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bit-band</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）操作？</a:t>
            </a:r>
          </a:p>
          <a:p>
            <a:pPr algn="l">
              <a:spcBef>
                <a:spcPts val="620"/>
              </a:spcBef>
            </a:pP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解析</a:t>
            </a: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l"/>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SRAM</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区域的最低</a:t>
            </a: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1MB</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0x20000000 ~ 0x200FFFFF)</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zh-CN" sz="18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外设区域的最低</a:t>
            </a:r>
            <a:r>
              <a:rPr lang="en-US" altLang="zh-CN" sz="1800" dirty="0">
                <a:solidFill>
                  <a:srgbClr val="0070C0"/>
                </a:solidFill>
                <a:effectLst/>
                <a:latin typeface="Times New Roman" panose="02020603050405020304" pitchFamily="18" charset="0"/>
                <a:ea typeface="宋体" panose="02010600030101010101" pitchFamily="2" charset="-122"/>
              </a:rPr>
              <a:t>1MB</a:t>
            </a:r>
            <a:r>
              <a:rPr lang="zh-CN" altLang="zh-CN" sz="18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solidFill>
                  <a:srgbClr val="0070C0"/>
                </a:solidFill>
                <a:effectLst/>
                <a:latin typeface="Times New Roman" panose="02020603050405020304" pitchFamily="18" charset="0"/>
                <a:ea typeface="宋体" panose="02010600030101010101" pitchFamily="2" charset="-122"/>
              </a:rPr>
              <a:t>0x40000000 ~ 0x400FFFFF</a:t>
            </a:r>
            <a:r>
              <a:rPr lang="zh-CN" altLang="zh-CN" sz="18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en-US" dirty="0"/>
          </a:p>
        </p:txBody>
      </p:sp>
    </p:spTree>
    <p:extLst>
      <p:ext uri="{BB962C8B-B14F-4D97-AF65-F5344CB8AC3E}">
        <p14:creationId xmlns:p14="http://schemas.microsoft.com/office/powerpoint/2010/main" val="1770717248"/>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98AE7A3F-3F03-BFE9-A554-057137DCB9E8}"/>
              </a:ext>
            </a:extLst>
          </p:cNvPr>
          <p:cNvSpPr txBox="1">
            <a:spLocks/>
          </p:cNvSpPr>
          <p:nvPr/>
        </p:nvSpPr>
        <p:spPr bwMode="auto">
          <a:xfrm>
            <a:off x="574675" y="1645548"/>
            <a:ext cx="8488643" cy="4967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xmlns:a14="http://schemas.microsoft.com/office/drawing/2010/main" xmlns:mc="http://schemas.openxmlformats.org/markup-compatibility/2006" val="1"/>
            </a:ext>
          </a:extLst>
        </p:spPr>
        <p:txBody>
          <a:bodyPr vert="horz" wrap="square" lIns="91440" tIns="45720" rIns="91440" bIns="45720" numCol="1" anchor="t" anchorCtr="0" compatLnSpc="1">
            <a:prstTxWarp prst="textNoShape">
              <a:avLst/>
            </a:prstTxWarp>
          </a:bodyPr>
          <a:lstStyle>
            <a:lvl1pPr marL="469900" indent="-469900" algn="l" rtl="0" eaLnBrk="1" fontAlgn="base" hangingPunct="1">
              <a:spcBef>
                <a:spcPct val="20000"/>
              </a:spcBef>
              <a:spcAft>
                <a:spcPct val="0"/>
              </a:spcAft>
              <a:buClr>
                <a:schemeClr val="tx2"/>
              </a:buClr>
              <a:buFont typeface="Wingdings" charset="0"/>
              <a:buChar char="o"/>
              <a:defRPr kumimoji="1" sz="2400">
                <a:solidFill>
                  <a:schemeClr val="tx1"/>
                </a:solidFill>
                <a:latin typeface="Arial" panose="020B0604020202020204" pitchFamily="34" charset="0"/>
                <a:ea typeface="+mn-ea"/>
                <a:cs typeface="Arial" panose="020B0604020202020204" pitchFamily="34" charset="0"/>
              </a:defRPr>
            </a:lvl1pPr>
            <a:lvl2pPr marL="908050" indent="-436563" algn="l" rtl="0" eaLnBrk="1" fontAlgn="base" hangingPunct="1">
              <a:spcBef>
                <a:spcPct val="20000"/>
              </a:spcBef>
              <a:spcAft>
                <a:spcPct val="0"/>
              </a:spcAft>
              <a:buClr>
                <a:schemeClr val="tx2"/>
              </a:buClr>
              <a:buFont typeface="Wingdings" charset="0"/>
              <a:buChar char="n"/>
              <a:defRPr kumimoji="1" sz="2000">
                <a:solidFill>
                  <a:schemeClr val="tx1"/>
                </a:solidFill>
                <a:latin typeface="Arial" panose="020B0604020202020204" pitchFamily="34" charset="0"/>
                <a:ea typeface="+mn-ea"/>
                <a:cs typeface="Arial" panose="020B0604020202020204" pitchFamily="34" charset="0"/>
              </a:defRPr>
            </a:lvl2pPr>
            <a:lvl3pPr marL="1304925" indent="-395288" algn="l" rtl="0" eaLnBrk="1" fontAlgn="base" hangingPunct="1">
              <a:spcBef>
                <a:spcPct val="20000"/>
              </a:spcBef>
              <a:spcAft>
                <a:spcPct val="0"/>
              </a:spcAft>
              <a:buClr>
                <a:schemeClr val="tx2"/>
              </a:buClr>
              <a:buFont typeface="Wingdings" panose="05000000000000000000" pitchFamily="2" charset="2"/>
              <a:buChar char="ü"/>
              <a:defRPr kumimoji="1">
                <a:solidFill>
                  <a:schemeClr val="tx1"/>
                </a:solidFill>
                <a:latin typeface="Arial" panose="020B0604020202020204" pitchFamily="34" charset="0"/>
                <a:ea typeface="+mn-ea"/>
                <a:cs typeface="Arial" panose="020B0604020202020204" pitchFamily="34" charset="0"/>
              </a:defRPr>
            </a:lvl3pPr>
            <a:lvl4pPr marL="1693863" indent="-387350" algn="l" rtl="0" eaLnBrk="1" fontAlgn="base" hangingPunct="1">
              <a:spcBef>
                <a:spcPct val="20000"/>
              </a:spcBef>
              <a:spcAft>
                <a:spcPct val="0"/>
              </a:spcAft>
              <a:buClr>
                <a:schemeClr val="tx2"/>
              </a:buClr>
              <a:buFont typeface="Wingdings" panose="05000000000000000000" pitchFamily="2" charset="2"/>
              <a:buChar char="Ø"/>
              <a:defRPr kumimoji="1" sz="1600">
                <a:solidFill>
                  <a:schemeClr val="tx1"/>
                </a:solidFill>
                <a:latin typeface="Arial" panose="020B0604020202020204" pitchFamily="34" charset="0"/>
                <a:ea typeface="+mn-ea"/>
                <a:cs typeface="Arial" panose="020B0604020202020204" pitchFamily="34" charset="0"/>
              </a:defRPr>
            </a:lvl4pPr>
            <a:lvl5pPr marL="2093913" indent="-398463" algn="l" rtl="0" eaLnBrk="1" fontAlgn="base" hangingPunct="1">
              <a:spcBef>
                <a:spcPct val="20000"/>
              </a:spcBef>
              <a:spcAft>
                <a:spcPct val="0"/>
              </a:spcAft>
              <a:buClr>
                <a:schemeClr val="tx2"/>
              </a:buClr>
              <a:buFont typeface="Wingdings" panose="05000000000000000000" pitchFamily="2" charset="2"/>
              <a:buChar char="l"/>
              <a:defRPr kumimoji="1" sz="1600">
                <a:solidFill>
                  <a:schemeClr val="tx1"/>
                </a:solidFill>
                <a:latin typeface="Arial" panose="020B0604020202020204" pitchFamily="34" charset="0"/>
                <a:ea typeface="+mn-ea"/>
                <a:cs typeface="Arial" panose="020B0604020202020204" pitchFamily="34" charset="0"/>
              </a:defRPr>
            </a:lvl5pPr>
            <a:lvl6pPr marL="2551113" indent="-398463" algn="l" rtl="0" eaLnBrk="1" fontAlgn="base" hangingPunct="1">
              <a:spcBef>
                <a:spcPct val="20000"/>
              </a:spcBef>
              <a:spcAft>
                <a:spcPct val="0"/>
              </a:spcAft>
              <a:buClr>
                <a:schemeClr val="accent2"/>
              </a:buClr>
              <a:buFont typeface="Wingdings" charset="0"/>
              <a:buChar char="§"/>
              <a:defRPr sz="1600">
                <a:solidFill>
                  <a:schemeClr val="tx1"/>
                </a:solidFill>
                <a:latin typeface="+mn-lt"/>
                <a:ea typeface="+mn-ea"/>
                <a:cs typeface="+mn-cs"/>
              </a:defRPr>
            </a:lvl6pPr>
            <a:lvl7pPr marL="3008313" indent="-398463" algn="l" rtl="0" eaLnBrk="1" fontAlgn="base" hangingPunct="1">
              <a:spcBef>
                <a:spcPct val="20000"/>
              </a:spcBef>
              <a:spcAft>
                <a:spcPct val="0"/>
              </a:spcAft>
              <a:buClr>
                <a:schemeClr val="accent2"/>
              </a:buClr>
              <a:buFont typeface="Wingdings" charset="0"/>
              <a:buChar char="§"/>
              <a:defRPr sz="1600">
                <a:solidFill>
                  <a:schemeClr val="tx1"/>
                </a:solidFill>
                <a:latin typeface="+mn-lt"/>
                <a:ea typeface="+mn-ea"/>
                <a:cs typeface="+mn-cs"/>
              </a:defRPr>
            </a:lvl7pPr>
            <a:lvl8pPr marL="3465513" indent="-398463" algn="l" rtl="0" eaLnBrk="1" fontAlgn="base" hangingPunct="1">
              <a:spcBef>
                <a:spcPct val="20000"/>
              </a:spcBef>
              <a:spcAft>
                <a:spcPct val="0"/>
              </a:spcAft>
              <a:buClr>
                <a:schemeClr val="accent2"/>
              </a:buClr>
              <a:buFont typeface="Wingdings" charset="0"/>
              <a:buChar char="§"/>
              <a:defRPr sz="1600">
                <a:solidFill>
                  <a:schemeClr val="tx1"/>
                </a:solidFill>
                <a:latin typeface="+mn-lt"/>
                <a:ea typeface="+mn-ea"/>
                <a:cs typeface="+mn-cs"/>
              </a:defRPr>
            </a:lvl8pPr>
            <a:lvl9pPr marL="3922713" indent="-398463" algn="l" rtl="0" eaLnBrk="1" fontAlgn="base" hangingPunct="1">
              <a:spcBef>
                <a:spcPct val="20000"/>
              </a:spcBef>
              <a:spcAft>
                <a:spcPct val="0"/>
              </a:spcAft>
              <a:buClr>
                <a:schemeClr val="accent2"/>
              </a:buClr>
              <a:buFont typeface="Wingdings" charset="0"/>
              <a:buChar char="§"/>
              <a:defRPr sz="1600">
                <a:solidFill>
                  <a:schemeClr val="tx1"/>
                </a:solidFill>
                <a:latin typeface="+mn-lt"/>
                <a:ea typeface="+mn-ea"/>
                <a:cs typeface="+mn-cs"/>
              </a:defRPr>
            </a:lvl9pPr>
          </a:lstStyle>
          <a:p>
            <a:endParaRPr lang="en-US" altLang="zh-CN" kern="0" dirty="0"/>
          </a:p>
        </p:txBody>
      </p:sp>
      <p:sp>
        <p:nvSpPr>
          <p:cNvPr id="2" name="标题 1"/>
          <p:cNvSpPr>
            <a:spLocks noGrp="1"/>
          </p:cNvSpPr>
          <p:nvPr>
            <p:ph type="title"/>
          </p:nvPr>
        </p:nvSpPr>
        <p:spPr/>
        <p:txBody>
          <a:bodyPr/>
          <a:lstStyle/>
          <a:p>
            <a:r>
              <a:rPr lang="en-US" altLang="zh-CN" dirty="0"/>
              <a:t>Chapter 5</a:t>
            </a:r>
            <a:endParaRPr lang="zh-CN" altLang="en-US" dirty="0"/>
          </a:p>
        </p:txBody>
      </p:sp>
      <p:sp>
        <p:nvSpPr>
          <p:cNvPr id="8" name="文本框 7">
            <a:extLst>
              <a:ext uri="{FF2B5EF4-FFF2-40B4-BE49-F238E27FC236}">
                <a16:creationId xmlns:a16="http://schemas.microsoft.com/office/drawing/2014/main" id="{7D8B1C12-E450-4107-BDA3-7A2D268B5244}"/>
              </a:ext>
            </a:extLst>
          </p:cNvPr>
          <p:cNvSpPr txBox="1"/>
          <p:nvPr/>
        </p:nvSpPr>
        <p:spPr>
          <a:xfrm>
            <a:off x="574675" y="1481334"/>
            <a:ext cx="8374743" cy="4601260"/>
          </a:xfrm>
          <a:prstGeom prst="rect">
            <a:avLst/>
          </a:prstGeom>
          <a:noFill/>
        </p:spPr>
        <p:txBody>
          <a:bodyPr wrap="square">
            <a:spAutoFit/>
          </a:bodyPr>
          <a:lstStyle/>
          <a:p>
            <a:pPr algn="just"/>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5.32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存储器访问属性包括哪些？</a:t>
            </a:r>
          </a:p>
          <a:p>
            <a:pPr algn="l">
              <a:spcBef>
                <a:spcPts val="620"/>
              </a:spcBef>
            </a:pP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解析</a:t>
            </a: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just">
              <a:lnSpc>
                <a:spcPct val="125000"/>
              </a:lnSpc>
              <a:buFont typeface="Wingdings" panose="05000000000000000000" pitchFamily="2" charset="2"/>
              <a:buChar char="m"/>
            </a:pP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可缓冲：当处理器继续执行下一条指令时，对存储器的写操作可以由写缓冲执行 </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just">
              <a:lnSpc>
                <a:spcPct val="125000"/>
              </a:lnSpc>
              <a:buFont typeface="Wingdings" panose="05000000000000000000" pitchFamily="2" charset="2"/>
              <a:buChar char="m"/>
            </a:pP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可缓存：读存储器所得到的数据可被复制到缓存，下次再访问时可以从缓存中取出这个数值，从而加快程序执行 </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just">
              <a:lnSpc>
                <a:spcPct val="125000"/>
              </a:lnSpc>
              <a:buFont typeface="Wingdings" panose="05000000000000000000" pitchFamily="2" charset="2"/>
              <a:buChar char="m"/>
            </a:pP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可执行：所得到的数据可被复制到缓存，下次再访问时可以从缓存中取出这个数值从而加快程序执行 </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just">
              <a:lnSpc>
                <a:spcPct val="125000"/>
              </a:lnSpc>
              <a:buFont typeface="Wingdings" panose="05000000000000000000" pitchFamily="2" charset="2"/>
              <a:buChar char="m"/>
            </a:pP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可共享：这种存储器区域的数据可被多个总线主设备共用。存储器系统需要在不同总线主设备之间确保可共享存储器区域数据的一致性</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5.36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处理器进入异常处理子程序之前保护现场需要把哪些寄存器的值保护起来？</a:t>
            </a:r>
          </a:p>
          <a:p>
            <a:pPr algn="just"/>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解析</a:t>
            </a: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PSR</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PC</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LR</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R0~R3</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R12</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206236108"/>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98AE7A3F-3F03-BFE9-A554-057137DCB9E8}"/>
              </a:ext>
            </a:extLst>
          </p:cNvPr>
          <p:cNvSpPr txBox="1">
            <a:spLocks/>
          </p:cNvSpPr>
          <p:nvPr/>
        </p:nvSpPr>
        <p:spPr bwMode="auto">
          <a:xfrm>
            <a:off x="574675" y="1645548"/>
            <a:ext cx="8488643" cy="4967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xmlns:a14="http://schemas.microsoft.com/office/drawing/2010/main" xmlns:mc="http://schemas.openxmlformats.org/markup-compatibility/2006" val="1"/>
            </a:ext>
          </a:extLst>
        </p:spPr>
        <p:txBody>
          <a:bodyPr vert="horz" wrap="square" lIns="91440" tIns="45720" rIns="91440" bIns="45720" numCol="1" anchor="t" anchorCtr="0" compatLnSpc="1">
            <a:prstTxWarp prst="textNoShape">
              <a:avLst/>
            </a:prstTxWarp>
          </a:bodyPr>
          <a:lstStyle>
            <a:lvl1pPr marL="469900" indent="-469900" algn="l" rtl="0" eaLnBrk="1" fontAlgn="base" hangingPunct="1">
              <a:spcBef>
                <a:spcPct val="20000"/>
              </a:spcBef>
              <a:spcAft>
                <a:spcPct val="0"/>
              </a:spcAft>
              <a:buClr>
                <a:schemeClr val="tx2"/>
              </a:buClr>
              <a:buFont typeface="Wingdings" charset="0"/>
              <a:buChar char="o"/>
              <a:defRPr kumimoji="1" sz="2400">
                <a:solidFill>
                  <a:schemeClr val="tx1"/>
                </a:solidFill>
                <a:latin typeface="Arial" panose="020B0604020202020204" pitchFamily="34" charset="0"/>
                <a:ea typeface="+mn-ea"/>
                <a:cs typeface="Arial" panose="020B0604020202020204" pitchFamily="34" charset="0"/>
              </a:defRPr>
            </a:lvl1pPr>
            <a:lvl2pPr marL="908050" indent="-436563" algn="l" rtl="0" eaLnBrk="1" fontAlgn="base" hangingPunct="1">
              <a:spcBef>
                <a:spcPct val="20000"/>
              </a:spcBef>
              <a:spcAft>
                <a:spcPct val="0"/>
              </a:spcAft>
              <a:buClr>
                <a:schemeClr val="tx2"/>
              </a:buClr>
              <a:buFont typeface="Wingdings" charset="0"/>
              <a:buChar char="n"/>
              <a:defRPr kumimoji="1" sz="2000">
                <a:solidFill>
                  <a:schemeClr val="tx1"/>
                </a:solidFill>
                <a:latin typeface="Arial" panose="020B0604020202020204" pitchFamily="34" charset="0"/>
                <a:ea typeface="+mn-ea"/>
                <a:cs typeface="Arial" panose="020B0604020202020204" pitchFamily="34" charset="0"/>
              </a:defRPr>
            </a:lvl2pPr>
            <a:lvl3pPr marL="1304925" indent="-395288" algn="l" rtl="0" eaLnBrk="1" fontAlgn="base" hangingPunct="1">
              <a:spcBef>
                <a:spcPct val="20000"/>
              </a:spcBef>
              <a:spcAft>
                <a:spcPct val="0"/>
              </a:spcAft>
              <a:buClr>
                <a:schemeClr val="tx2"/>
              </a:buClr>
              <a:buFont typeface="Wingdings" panose="05000000000000000000" pitchFamily="2" charset="2"/>
              <a:buChar char="ü"/>
              <a:defRPr kumimoji="1">
                <a:solidFill>
                  <a:schemeClr val="tx1"/>
                </a:solidFill>
                <a:latin typeface="Arial" panose="020B0604020202020204" pitchFamily="34" charset="0"/>
                <a:ea typeface="+mn-ea"/>
                <a:cs typeface="Arial" panose="020B0604020202020204" pitchFamily="34" charset="0"/>
              </a:defRPr>
            </a:lvl3pPr>
            <a:lvl4pPr marL="1693863" indent="-387350" algn="l" rtl="0" eaLnBrk="1" fontAlgn="base" hangingPunct="1">
              <a:spcBef>
                <a:spcPct val="20000"/>
              </a:spcBef>
              <a:spcAft>
                <a:spcPct val="0"/>
              </a:spcAft>
              <a:buClr>
                <a:schemeClr val="tx2"/>
              </a:buClr>
              <a:buFont typeface="Wingdings" panose="05000000000000000000" pitchFamily="2" charset="2"/>
              <a:buChar char="Ø"/>
              <a:defRPr kumimoji="1" sz="1600">
                <a:solidFill>
                  <a:schemeClr val="tx1"/>
                </a:solidFill>
                <a:latin typeface="Arial" panose="020B0604020202020204" pitchFamily="34" charset="0"/>
                <a:ea typeface="+mn-ea"/>
                <a:cs typeface="Arial" panose="020B0604020202020204" pitchFamily="34" charset="0"/>
              </a:defRPr>
            </a:lvl4pPr>
            <a:lvl5pPr marL="2093913" indent="-398463" algn="l" rtl="0" eaLnBrk="1" fontAlgn="base" hangingPunct="1">
              <a:spcBef>
                <a:spcPct val="20000"/>
              </a:spcBef>
              <a:spcAft>
                <a:spcPct val="0"/>
              </a:spcAft>
              <a:buClr>
                <a:schemeClr val="tx2"/>
              </a:buClr>
              <a:buFont typeface="Wingdings" panose="05000000000000000000" pitchFamily="2" charset="2"/>
              <a:buChar char="l"/>
              <a:defRPr kumimoji="1" sz="1600">
                <a:solidFill>
                  <a:schemeClr val="tx1"/>
                </a:solidFill>
                <a:latin typeface="Arial" panose="020B0604020202020204" pitchFamily="34" charset="0"/>
                <a:ea typeface="+mn-ea"/>
                <a:cs typeface="Arial" panose="020B0604020202020204" pitchFamily="34" charset="0"/>
              </a:defRPr>
            </a:lvl5pPr>
            <a:lvl6pPr marL="2551113" indent="-398463" algn="l" rtl="0" eaLnBrk="1" fontAlgn="base" hangingPunct="1">
              <a:spcBef>
                <a:spcPct val="20000"/>
              </a:spcBef>
              <a:spcAft>
                <a:spcPct val="0"/>
              </a:spcAft>
              <a:buClr>
                <a:schemeClr val="accent2"/>
              </a:buClr>
              <a:buFont typeface="Wingdings" charset="0"/>
              <a:buChar char="§"/>
              <a:defRPr sz="1600">
                <a:solidFill>
                  <a:schemeClr val="tx1"/>
                </a:solidFill>
                <a:latin typeface="+mn-lt"/>
                <a:ea typeface="+mn-ea"/>
                <a:cs typeface="+mn-cs"/>
              </a:defRPr>
            </a:lvl6pPr>
            <a:lvl7pPr marL="3008313" indent="-398463" algn="l" rtl="0" eaLnBrk="1" fontAlgn="base" hangingPunct="1">
              <a:spcBef>
                <a:spcPct val="20000"/>
              </a:spcBef>
              <a:spcAft>
                <a:spcPct val="0"/>
              </a:spcAft>
              <a:buClr>
                <a:schemeClr val="accent2"/>
              </a:buClr>
              <a:buFont typeface="Wingdings" charset="0"/>
              <a:buChar char="§"/>
              <a:defRPr sz="1600">
                <a:solidFill>
                  <a:schemeClr val="tx1"/>
                </a:solidFill>
                <a:latin typeface="+mn-lt"/>
                <a:ea typeface="+mn-ea"/>
                <a:cs typeface="+mn-cs"/>
              </a:defRPr>
            </a:lvl7pPr>
            <a:lvl8pPr marL="3465513" indent="-398463" algn="l" rtl="0" eaLnBrk="1" fontAlgn="base" hangingPunct="1">
              <a:spcBef>
                <a:spcPct val="20000"/>
              </a:spcBef>
              <a:spcAft>
                <a:spcPct val="0"/>
              </a:spcAft>
              <a:buClr>
                <a:schemeClr val="accent2"/>
              </a:buClr>
              <a:buFont typeface="Wingdings" charset="0"/>
              <a:buChar char="§"/>
              <a:defRPr sz="1600">
                <a:solidFill>
                  <a:schemeClr val="tx1"/>
                </a:solidFill>
                <a:latin typeface="+mn-lt"/>
                <a:ea typeface="+mn-ea"/>
                <a:cs typeface="+mn-cs"/>
              </a:defRPr>
            </a:lvl8pPr>
            <a:lvl9pPr marL="3922713" indent="-398463" algn="l" rtl="0" eaLnBrk="1" fontAlgn="base" hangingPunct="1">
              <a:spcBef>
                <a:spcPct val="20000"/>
              </a:spcBef>
              <a:spcAft>
                <a:spcPct val="0"/>
              </a:spcAft>
              <a:buClr>
                <a:schemeClr val="accent2"/>
              </a:buClr>
              <a:buFont typeface="Wingdings" charset="0"/>
              <a:buChar char="§"/>
              <a:defRPr sz="1600">
                <a:solidFill>
                  <a:schemeClr val="tx1"/>
                </a:solidFill>
                <a:latin typeface="+mn-lt"/>
                <a:ea typeface="+mn-ea"/>
                <a:cs typeface="+mn-cs"/>
              </a:defRPr>
            </a:lvl9pPr>
          </a:lstStyle>
          <a:p>
            <a:endParaRPr lang="en-US" altLang="zh-CN" kern="0" dirty="0"/>
          </a:p>
        </p:txBody>
      </p:sp>
      <p:sp>
        <p:nvSpPr>
          <p:cNvPr id="2" name="标题 1"/>
          <p:cNvSpPr>
            <a:spLocks noGrp="1"/>
          </p:cNvSpPr>
          <p:nvPr>
            <p:ph type="title"/>
          </p:nvPr>
        </p:nvSpPr>
        <p:spPr/>
        <p:txBody>
          <a:bodyPr/>
          <a:lstStyle/>
          <a:p>
            <a:r>
              <a:rPr lang="en-US" altLang="zh-CN" dirty="0"/>
              <a:t>Chapter 5</a:t>
            </a:r>
            <a:endParaRPr lang="zh-CN" altLang="en-US" dirty="0"/>
          </a:p>
        </p:txBody>
      </p:sp>
      <p:sp>
        <p:nvSpPr>
          <p:cNvPr id="8" name="文本框 7">
            <a:extLst>
              <a:ext uri="{FF2B5EF4-FFF2-40B4-BE49-F238E27FC236}">
                <a16:creationId xmlns:a16="http://schemas.microsoft.com/office/drawing/2014/main" id="{7D8B1C12-E450-4107-BDA3-7A2D268B5244}"/>
              </a:ext>
            </a:extLst>
          </p:cNvPr>
          <p:cNvSpPr txBox="1"/>
          <p:nvPr/>
        </p:nvSpPr>
        <p:spPr>
          <a:xfrm>
            <a:off x="574675" y="1481334"/>
            <a:ext cx="8374743" cy="4601260"/>
          </a:xfrm>
          <a:prstGeom prst="rect">
            <a:avLst/>
          </a:prstGeom>
          <a:noFill/>
        </p:spPr>
        <p:txBody>
          <a:bodyPr wrap="square">
            <a:spAutoFit/>
          </a:bodyPr>
          <a:lstStyle/>
          <a:p>
            <a:pPr algn="just"/>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5.32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存储器访问属性包括哪些？</a:t>
            </a:r>
          </a:p>
          <a:p>
            <a:pPr algn="l">
              <a:spcBef>
                <a:spcPts val="620"/>
              </a:spcBef>
            </a:pP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解析</a:t>
            </a: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just">
              <a:lnSpc>
                <a:spcPct val="125000"/>
              </a:lnSpc>
              <a:buFont typeface="Wingdings" panose="05000000000000000000" pitchFamily="2" charset="2"/>
              <a:buChar char="m"/>
            </a:pP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可缓冲：当处理器继续执行下一条指令时，对存储器的写操作可以由写缓冲执行 </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just">
              <a:lnSpc>
                <a:spcPct val="125000"/>
              </a:lnSpc>
              <a:buFont typeface="Wingdings" panose="05000000000000000000" pitchFamily="2" charset="2"/>
              <a:buChar char="m"/>
            </a:pP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可缓存：读存储器所得到的数据可被复制到缓存，下次再访问时可以从缓存中取出这个数值，从而加快程序执行 </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just">
              <a:lnSpc>
                <a:spcPct val="125000"/>
              </a:lnSpc>
              <a:buFont typeface="Wingdings" panose="05000000000000000000" pitchFamily="2" charset="2"/>
              <a:buChar char="m"/>
            </a:pP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可执行：所得到的数据可被复制到缓存，下次再访问时可以从缓存中取出这个数值从而加快程序执行 </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just">
              <a:lnSpc>
                <a:spcPct val="125000"/>
              </a:lnSpc>
              <a:buFont typeface="Wingdings" panose="05000000000000000000" pitchFamily="2" charset="2"/>
              <a:buChar char="m"/>
            </a:pP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可共享：这种存储器区域的数据可被多个总线主设备共用。存储器系统需要在不同总线主设备之间确保可共享存储器区域数据的一致性</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5.36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处理器进入异常处理子程序之前保护现场需要把哪些寄存器的值保护起来？</a:t>
            </a:r>
          </a:p>
          <a:p>
            <a:pPr algn="just"/>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解析</a:t>
            </a: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PSR</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PC</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LR</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R0~R3</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R12</a:t>
            </a:r>
            <a:r>
              <a:rPr lang="zh-CN" altLang="zh-CN" sz="18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450732740"/>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98AE7A3F-3F03-BFE9-A554-057137DCB9E8}"/>
              </a:ext>
            </a:extLst>
          </p:cNvPr>
          <p:cNvSpPr txBox="1">
            <a:spLocks/>
          </p:cNvSpPr>
          <p:nvPr/>
        </p:nvSpPr>
        <p:spPr bwMode="auto">
          <a:xfrm>
            <a:off x="574675" y="1333253"/>
            <a:ext cx="8488643" cy="4967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xmlns:a14="http://schemas.microsoft.com/office/drawing/2010/main" xmlns:mc="http://schemas.openxmlformats.org/markup-compatibility/2006" val="1"/>
            </a:ext>
          </a:extLst>
        </p:spPr>
        <p:txBody>
          <a:bodyPr vert="horz" wrap="square" lIns="91440" tIns="45720" rIns="91440" bIns="45720" numCol="1" anchor="t" anchorCtr="0" compatLnSpc="1">
            <a:prstTxWarp prst="textNoShape">
              <a:avLst/>
            </a:prstTxWarp>
          </a:bodyPr>
          <a:lstStyle>
            <a:lvl1pPr marL="469900" indent="-469900" algn="l" rtl="0" eaLnBrk="1" fontAlgn="base" hangingPunct="1">
              <a:spcBef>
                <a:spcPct val="20000"/>
              </a:spcBef>
              <a:spcAft>
                <a:spcPct val="0"/>
              </a:spcAft>
              <a:buClr>
                <a:schemeClr val="tx2"/>
              </a:buClr>
              <a:buFont typeface="Wingdings" charset="0"/>
              <a:buChar char="o"/>
              <a:defRPr kumimoji="1" sz="2400">
                <a:solidFill>
                  <a:schemeClr val="tx1"/>
                </a:solidFill>
                <a:latin typeface="Arial" panose="020B0604020202020204" pitchFamily="34" charset="0"/>
                <a:ea typeface="+mn-ea"/>
                <a:cs typeface="Arial" panose="020B0604020202020204" pitchFamily="34" charset="0"/>
              </a:defRPr>
            </a:lvl1pPr>
            <a:lvl2pPr marL="908050" indent="-436563" algn="l" rtl="0" eaLnBrk="1" fontAlgn="base" hangingPunct="1">
              <a:spcBef>
                <a:spcPct val="20000"/>
              </a:spcBef>
              <a:spcAft>
                <a:spcPct val="0"/>
              </a:spcAft>
              <a:buClr>
                <a:schemeClr val="tx2"/>
              </a:buClr>
              <a:buFont typeface="Wingdings" charset="0"/>
              <a:buChar char="n"/>
              <a:defRPr kumimoji="1" sz="2000">
                <a:solidFill>
                  <a:schemeClr val="tx1"/>
                </a:solidFill>
                <a:latin typeface="Arial" panose="020B0604020202020204" pitchFamily="34" charset="0"/>
                <a:ea typeface="+mn-ea"/>
                <a:cs typeface="Arial" panose="020B0604020202020204" pitchFamily="34" charset="0"/>
              </a:defRPr>
            </a:lvl2pPr>
            <a:lvl3pPr marL="1304925" indent="-395288" algn="l" rtl="0" eaLnBrk="1" fontAlgn="base" hangingPunct="1">
              <a:spcBef>
                <a:spcPct val="20000"/>
              </a:spcBef>
              <a:spcAft>
                <a:spcPct val="0"/>
              </a:spcAft>
              <a:buClr>
                <a:schemeClr val="tx2"/>
              </a:buClr>
              <a:buFont typeface="Wingdings" panose="05000000000000000000" pitchFamily="2" charset="2"/>
              <a:buChar char="ü"/>
              <a:defRPr kumimoji="1">
                <a:solidFill>
                  <a:schemeClr val="tx1"/>
                </a:solidFill>
                <a:latin typeface="Arial" panose="020B0604020202020204" pitchFamily="34" charset="0"/>
                <a:ea typeface="+mn-ea"/>
                <a:cs typeface="Arial" panose="020B0604020202020204" pitchFamily="34" charset="0"/>
              </a:defRPr>
            </a:lvl3pPr>
            <a:lvl4pPr marL="1693863" indent="-387350" algn="l" rtl="0" eaLnBrk="1" fontAlgn="base" hangingPunct="1">
              <a:spcBef>
                <a:spcPct val="20000"/>
              </a:spcBef>
              <a:spcAft>
                <a:spcPct val="0"/>
              </a:spcAft>
              <a:buClr>
                <a:schemeClr val="tx2"/>
              </a:buClr>
              <a:buFont typeface="Wingdings" panose="05000000000000000000" pitchFamily="2" charset="2"/>
              <a:buChar char="Ø"/>
              <a:defRPr kumimoji="1" sz="1600">
                <a:solidFill>
                  <a:schemeClr val="tx1"/>
                </a:solidFill>
                <a:latin typeface="Arial" panose="020B0604020202020204" pitchFamily="34" charset="0"/>
                <a:ea typeface="+mn-ea"/>
                <a:cs typeface="Arial" panose="020B0604020202020204" pitchFamily="34" charset="0"/>
              </a:defRPr>
            </a:lvl4pPr>
            <a:lvl5pPr marL="2093913" indent="-398463" algn="l" rtl="0" eaLnBrk="1" fontAlgn="base" hangingPunct="1">
              <a:spcBef>
                <a:spcPct val="20000"/>
              </a:spcBef>
              <a:spcAft>
                <a:spcPct val="0"/>
              </a:spcAft>
              <a:buClr>
                <a:schemeClr val="tx2"/>
              </a:buClr>
              <a:buFont typeface="Wingdings" panose="05000000000000000000" pitchFamily="2" charset="2"/>
              <a:buChar char="l"/>
              <a:defRPr kumimoji="1" sz="1600">
                <a:solidFill>
                  <a:schemeClr val="tx1"/>
                </a:solidFill>
                <a:latin typeface="Arial" panose="020B0604020202020204" pitchFamily="34" charset="0"/>
                <a:ea typeface="+mn-ea"/>
                <a:cs typeface="Arial" panose="020B0604020202020204" pitchFamily="34" charset="0"/>
              </a:defRPr>
            </a:lvl5pPr>
            <a:lvl6pPr marL="2551113" indent="-398463" algn="l" rtl="0" eaLnBrk="1" fontAlgn="base" hangingPunct="1">
              <a:spcBef>
                <a:spcPct val="20000"/>
              </a:spcBef>
              <a:spcAft>
                <a:spcPct val="0"/>
              </a:spcAft>
              <a:buClr>
                <a:schemeClr val="accent2"/>
              </a:buClr>
              <a:buFont typeface="Wingdings" charset="0"/>
              <a:buChar char="§"/>
              <a:defRPr sz="1600">
                <a:solidFill>
                  <a:schemeClr val="tx1"/>
                </a:solidFill>
                <a:latin typeface="+mn-lt"/>
                <a:ea typeface="+mn-ea"/>
                <a:cs typeface="+mn-cs"/>
              </a:defRPr>
            </a:lvl6pPr>
            <a:lvl7pPr marL="3008313" indent="-398463" algn="l" rtl="0" eaLnBrk="1" fontAlgn="base" hangingPunct="1">
              <a:spcBef>
                <a:spcPct val="20000"/>
              </a:spcBef>
              <a:spcAft>
                <a:spcPct val="0"/>
              </a:spcAft>
              <a:buClr>
                <a:schemeClr val="accent2"/>
              </a:buClr>
              <a:buFont typeface="Wingdings" charset="0"/>
              <a:buChar char="§"/>
              <a:defRPr sz="1600">
                <a:solidFill>
                  <a:schemeClr val="tx1"/>
                </a:solidFill>
                <a:latin typeface="+mn-lt"/>
                <a:ea typeface="+mn-ea"/>
                <a:cs typeface="+mn-cs"/>
              </a:defRPr>
            </a:lvl7pPr>
            <a:lvl8pPr marL="3465513" indent="-398463" algn="l" rtl="0" eaLnBrk="1" fontAlgn="base" hangingPunct="1">
              <a:spcBef>
                <a:spcPct val="20000"/>
              </a:spcBef>
              <a:spcAft>
                <a:spcPct val="0"/>
              </a:spcAft>
              <a:buClr>
                <a:schemeClr val="accent2"/>
              </a:buClr>
              <a:buFont typeface="Wingdings" charset="0"/>
              <a:buChar char="§"/>
              <a:defRPr sz="1600">
                <a:solidFill>
                  <a:schemeClr val="tx1"/>
                </a:solidFill>
                <a:latin typeface="+mn-lt"/>
                <a:ea typeface="+mn-ea"/>
                <a:cs typeface="+mn-cs"/>
              </a:defRPr>
            </a:lvl8pPr>
            <a:lvl9pPr marL="3922713" indent="-398463" algn="l" rtl="0" eaLnBrk="1" fontAlgn="base" hangingPunct="1">
              <a:spcBef>
                <a:spcPct val="20000"/>
              </a:spcBef>
              <a:spcAft>
                <a:spcPct val="0"/>
              </a:spcAft>
              <a:buClr>
                <a:schemeClr val="accent2"/>
              </a:buClr>
              <a:buFont typeface="Wingdings" charset="0"/>
              <a:buChar char="§"/>
              <a:defRPr sz="1600">
                <a:solidFill>
                  <a:schemeClr val="tx1"/>
                </a:solidFill>
                <a:latin typeface="+mn-lt"/>
                <a:ea typeface="+mn-ea"/>
                <a:cs typeface="+mn-cs"/>
              </a:defRPr>
            </a:lvl9pPr>
          </a:lstStyle>
          <a:p>
            <a:endParaRPr lang="en-US" altLang="zh-CN" kern="0" dirty="0"/>
          </a:p>
        </p:txBody>
      </p:sp>
      <p:sp>
        <p:nvSpPr>
          <p:cNvPr id="2" name="标题 1"/>
          <p:cNvSpPr>
            <a:spLocks noGrp="1"/>
          </p:cNvSpPr>
          <p:nvPr>
            <p:ph type="title"/>
          </p:nvPr>
        </p:nvSpPr>
        <p:spPr/>
        <p:txBody>
          <a:bodyPr/>
          <a:lstStyle/>
          <a:p>
            <a:r>
              <a:rPr lang="en-US" altLang="zh-CN" dirty="0"/>
              <a:t>Chapter 5</a:t>
            </a:r>
            <a:endParaRPr lang="zh-CN" altLang="en-US" dirty="0"/>
          </a:p>
        </p:txBody>
      </p:sp>
      <p:sp>
        <p:nvSpPr>
          <p:cNvPr id="7" name="文本框 6">
            <a:extLst>
              <a:ext uri="{FF2B5EF4-FFF2-40B4-BE49-F238E27FC236}">
                <a16:creationId xmlns:a16="http://schemas.microsoft.com/office/drawing/2014/main" id="{BAAFE21F-D737-4675-AFD6-9B30C0F982BE}"/>
              </a:ext>
            </a:extLst>
          </p:cNvPr>
          <p:cNvSpPr txBox="1"/>
          <p:nvPr/>
        </p:nvSpPr>
        <p:spPr>
          <a:xfrm>
            <a:off x="574675" y="1377424"/>
            <a:ext cx="10479315" cy="5201424"/>
          </a:xfrm>
          <a:prstGeom prst="rect">
            <a:avLst/>
          </a:prstGeom>
          <a:noFill/>
        </p:spPr>
        <p:txBody>
          <a:bodyPr wrap="square">
            <a:spAutoFit/>
          </a:bodyPr>
          <a:lstStyle/>
          <a:p>
            <a:pPr>
              <a:spcBef>
                <a:spcPts val="240"/>
              </a:spcBef>
            </a:pPr>
            <a:r>
              <a:rPr lang="en-US" altLang="zh-CN" sz="1400" b="1"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400" b="1"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补充</a:t>
            </a:r>
            <a:r>
              <a:rPr lang="en-US" altLang="zh-CN" sz="1400" b="1"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5.47]</a:t>
            </a:r>
            <a:r>
              <a:rPr lang="en-US" altLang="zh-CN" sz="14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以下关于</a:t>
            </a:r>
            <a:r>
              <a:rPr lang="en-US"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Cortex-M3/M4</a:t>
            </a:r>
            <a:r>
              <a:rPr lang="zh-CN"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操作状态与操作模式法正确的是（</a:t>
            </a:r>
            <a:r>
              <a:rPr lang="en-US" altLang="zh-CN" sz="14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C</a:t>
            </a:r>
            <a:r>
              <a:rPr lang="zh-CN"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buFont typeface="+mj-lt"/>
              <a:buAutoNum type="romanUcPeriod"/>
            </a:pPr>
            <a:r>
              <a:rPr lang="zh-CN"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特权线程模式下可以通过置位</a:t>
            </a:r>
            <a:r>
              <a:rPr lang="en-US"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CONTROL</a:t>
            </a:r>
            <a:r>
              <a:rPr lang="zh-CN"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寄存器</a:t>
            </a:r>
            <a:r>
              <a:rPr lang="en-US" altLang="zh-CN" sz="1400"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nPRIV</a:t>
            </a:r>
            <a:r>
              <a:rPr lang="zh-CN"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位进入非特权模式</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buFont typeface="+mj-lt"/>
              <a:buAutoNum type="romanUcPeriod"/>
            </a:pPr>
            <a:r>
              <a:rPr lang="zh-CN"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非特权线程模式下可以通过置零</a:t>
            </a:r>
            <a:r>
              <a:rPr lang="en-US"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CONTROL</a:t>
            </a:r>
            <a:r>
              <a:rPr lang="zh-CN"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寄存器</a:t>
            </a:r>
            <a:r>
              <a:rPr lang="en-US" altLang="zh-CN" sz="1400"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nPRIV</a:t>
            </a:r>
            <a:r>
              <a:rPr lang="zh-CN"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位进入特权模式</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buFont typeface="+mj-lt"/>
              <a:buAutoNum type="romanUcPeriod"/>
            </a:pPr>
            <a:r>
              <a:rPr lang="zh-CN"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处理模式下可以通过置零</a:t>
            </a:r>
            <a:r>
              <a:rPr lang="en-US"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CONTROL</a:t>
            </a:r>
            <a:r>
              <a:rPr lang="zh-CN"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寄存器</a:t>
            </a:r>
            <a:r>
              <a:rPr lang="en-US" altLang="zh-CN" sz="1400"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nPRIV</a:t>
            </a:r>
            <a:r>
              <a:rPr lang="zh-CN"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位进入特权线程模式</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buFont typeface="+mj-lt"/>
              <a:buAutoNum type="romanUcPeriod"/>
            </a:pPr>
            <a:r>
              <a:rPr lang="zh-CN"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非特权模式下访问</a:t>
            </a:r>
            <a:r>
              <a:rPr lang="en-US"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CONTROL</a:t>
            </a:r>
            <a:r>
              <a:rPr lang="zh-CN"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寄存器会触发</a:t>
            </a:r>
            <a:r>
              <a:rPr lang="en-US"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Usage Fault</a:t>
            </a:r>
            <a:r>
              <a:rPr lang="zh-CN"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异常</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buFont typeface="+mj-lt"/>
              <a:buAutoNum type="romanUcPeriod"/>
            </a:pPr>
            <a:r>
              <a:rPr lang="zh-CN"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非特权线程模式下访问存储器可能会触发</a:t>
            </a:r>
            <a:r>
              <a:rPr lang="en-US" altLang="zh-CN" sz="1400"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MemManage</a:t>
            </a:r>
            <a:r>
              <a:rPr lang="en-US"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Fault</a:t>
            </a:r>
            <a:r>
              <a:rPr lang="zh-CN"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异常</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buFont typeface="+mj-lt"/>
              <a:buAutoNum type="romanUcPeriod"/>
            </a:pPr>
            <a:r>
              <a:rPr lang="zh-CN"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处理模式下可以通过置零</a:t>
            </a:r>
            <a:r>
              <a:rPr lang="en-US"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CONTROL</a:t>
            </a:r>
            <a:r>
              <a:rPr lang="zh-CN"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寄存器</a:t>
            </a:r>
            <a:r>
              <a:rPr lang="en-US" altLang="zh-CN" sz="1400"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nPRIV</a:t>
            </a:r>
            <a:r>
              <a:rPr lang="zh-CN"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位进入特权线程模式</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buFont typeface="+mj-lt"/>
              <a:buAutoNum type="romanUcPeriod"/>
            </a:pPr>
            <a:r>
              <a:rPr lang="zh-CN"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处理模式下只能使用</a:t>
            </a:r>
            <a:r>
              <a:rPr lang="en-US"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MSP</a:t>
            </a:r>
            <a:r>
              <a:rPr lang="zh-CN"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而不能使用</a:t>
            </a:r>
            <a:r>
              <a:rPr lang="en-US"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PSP</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buFont typeface="+mj-lt"/>
              <a:buAutoNum type="romanUcPeriod"/>
            </a:pPr>
            <a:r>
              <a:rPr lang="zh-CN"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线程模式下只能使用</a:t>
            </a:r>
            <a:r>
              <a:rPr lang="en-US"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PSP</a:t>
            </a:r>
            <a:r>
              <a:rPr lang="zh-CN"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而不能使用</a:t>
            </a:r>
            <a:r>
              <a:rPr lang="en-US"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MSP</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spcAft>
                <a:spcPts val="240"/>
              </a:spcAft>
              <a:buFont typeface="+mj-lt"/>
              <a:buAutoNum type="alphaUcParenR"/>
            </a:pP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I</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II</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III</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IV</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V</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spcAft>
                <a:spcPts val="240"/>
              </a:spcAft>
              <a:buFont typeface="+mj-lt"/>
              <a:buAutoNum type="alphaUcParenR"/>
            </a:pP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II</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III</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IV</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V</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VI</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spcAft>
                <a:spcPts val="240"/>
              </a:spcAft>
              <a:buFont typeface="+mj-lt"/>
              <a:buAutoNum type="alphaUcParenR"/>
            </a:pP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III</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IV</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V</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VI</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VII</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spcAft>
                <a:spcPts val="240"/>
              </a:spcAft>
              <a:buFont typeface="+mj-lt"/>
              <a:buAutoNum type="alphaUcParenR"/>
            </a:pP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IV</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V</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VI</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VII</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VIII</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spcAft>
                <a:spcPts val="240"/>
              </a:spcAft>
              <a:buFont typeface="+mj-lt"/>
              <a:buAutoNum type="alphaUcParenR"/>
            </a:pP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以上选项均不正确</a:t>
            </a:r>
            <a:endPar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spcAft>
                <a:spcPts val="240"/>
              </a:spcAft>
              <a:buFont typeface="+mj-lt"/>
              <a:buAutoNum type="alphaUcParenR"/>
            </a:pP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buFont typeface="+mj-lt"/>
              <a:buAutoNum type="romanUcPeriod"/>
            </a:pPr>
            <a:r>
              <a:rPr lang="zh-CN"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特权线程模式下可以通过置位</a:t>
            </a:r>
            <a:r>
              <a:rPr lang="en-US"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CONTROL</a:t>
            </a:r>
            <a:r>
              <a:rPr lang="zh-CN"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寄存器</a:t>
            </a:r>
            <a:r>
              <a:rPr lang="en-US" altLang="zh-CN" sz="1400" kern="100" dirty="0" err="1">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nPRIV</a:t>
            </a:r>
            <a:r>
              <a:rPr lang="zh-CN"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位进入非特权模式</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buFont typeface="+mj-lt"/>
              <a:buAutoNum type="romanUcPeriod"/>
            </a:pPr>
            <a:r>
              <a:rPr lang="zh-CN"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非特权线程模式下不能访问</a:t>
            </a:r>
            <a:r>
              <a:rPr lang="en-US"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CONTROL</a:t>
            </a:r>
            <a:r>
              <a:rPr lang="zh-CN"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寄存器</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buFont typeface="+mj-lt"/>
              <a:buAutoNum type="romanUcPeriod"/>
            </a:pPr>
            <a:r>
              <a:rPr lang="zh-CN"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处理模式下可以通过置零</a:t>
            </a:r>
            <a:r>
              <a:rPr lang="en-US"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CONTROL</a:t>
            </a:r>
            <a:r>
              <a:rPr lang="zh-CN"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寄存器</a:t>
            </a:r>
            <a:r>
              <a:rPr lang="en-US" altLang="zh-CN" sz="1400" kern="100" dirty="0" err="1">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nPRIV</a:t>
            </a:r>
            <a:r>
              <a:rPr lang="zh-CN"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位进入特权线程模式</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buFont typeface="+mj-lt"/>
              <a:buAutoNum type="romanUcPeriod"/>
            </a:pPr>
            <a:r>
              <a:rPr lang="zh-CN"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非特权模式下访问</a:t>
            </a:r>
            <a:r>
              <a:rPr lang="en-US"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CONTROL</a:t>
            </a:r>
            <a:r>
              <a:rPr lang="zh-CN"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寄存器会触发</a:t>
            </a:r>
            <a:r>
              <a:rPr lang="en-US"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Usage Fault</a:t>
            </a:r>
            <a:r>
              <a:rPr lang="zh-CN"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异常</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buFont typeface="+mj-lt"/>
              <a:buAutoNum type="romanUcPeriod"/>
            </a:pPr>
            <a:r>
              <a:rPr lang="zh-CN"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非特权线程模式下访问存储器可能会触发</a:t>
            </a:r>
            <a:r>
              <a:rPr lang="en-US" altLang="zh-CN" sz="1400" kern="100" dirty="0" err="1">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MemManage</a:t>
            </a:r>
            <a:r>
              <a:rPr lang="en-US"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 Fault</a:t>
            </a:r>
            <a:r>
              <a:rPr lang="zh-CN"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异常</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buFont typeface="+mj-lt"/>
              <a:buAutoNum type="romanUcPeriod"/>
            </a:pPr>
            <a:r>
              <a:rPr lang="zh-CN"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处理模式下可以通过置零</a:t>
            </a:r>
            <a:r>
              <a:rPr lang="en-US"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CONTROL</a:t>
            </a:r>
            <a:r>
              <a:rPr lang="zh-CN"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寄存器</a:t>
            </a:r>
            <a:r>
              <a:rPr lang="en-US" altLang="zh-CN" sz="1400" kern="100" dirty="0" err="1">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nPRIV</a:t>
            </a:r>
            <a:r>
              <a:rPr lang="zh-CN"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位进入特权线程模式</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buFont typeface="+mj-lt"/>
              <a:buAutoNum type="romanUcPeriod"/>
            </a:pPr>
            <a:r>
              <a:rPr lang="zh-CN"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处理模式下只能使用</a:t>
            </a:r>
            <a:r>
              <a:rPr lang="en-US"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MSP</a:t>
            </a:r>
            <a:r>
              <a:rPr lang="zh-CN"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而不能使用</a:t>
            </a:r>
            <a:r>
              <a:rPr lang="en-US"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PSP</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buFont typeface="+mj-lt"/>
              <a:buAutoNum type="romanUcPeriod"/>
            </a:pPr>
            <a:r>
              <a:rPr lang="zh-CN"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线程模式下既可以使用</a:t>
            </a:r>
            <a:r>
              <a:rPr lang="en-US"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PSP</a:t>
            </a:r>
            <a:r>
              <a:rPr lang="zh-CN"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也可以使用</a:t>
            </a:r>
            <a:r>
              <a:rPr lang="en-US"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MSP</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085931062"/>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98AE7A3F-3F03-BFE9-A554-057137DCB9E8}"/>
              </a:ext>
            </a:extLst>
          </p:cNvPr>
          <p:cNvSpPr txBox="1">
            <a:spLocks/>
          </p:cNvSpPr>
          <p:nvPr/>
        </p:nvSpPr>
        <p:spPr bwMode="auto">
          <a:xfrm>
            <a:off x="574675" y="1645548"/>
            <a:ext cx="8488643" cy="4967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xmlns:a14="http://schemas.microsoft.com/office/drawing/2010/main" xmlns:mc="http://schemas.openxmlformats.org/markup-compatibility/2006" val="1"/>
            </a:ext>
          </a:extLst>
        </p:spPr>
        <p:txBody>
          <a:bodyPr vert="horz" wrap="square" lIns="91440" tIns="45720" rIns="91440" bIns="45720" numCol="1" anchor="t" anchorCtr="0" compatLnSpc="1">
            <a:prstTxWarp prst="textNoShape">
              <a:avLst/>
            </a:prstTxWarp>
          </a:bodyPr>
          <a:lstStyle>
            <a:lvl1pPr marL="469900" indent="-469900" algn="l" rtl="0" eaLnBrk="1" fontAlgn="base" hangingPunct="1">
              <a:spcBef>
                <a:spcPct val="20000"/>
              </a:spcBef>
              <a:spcAft>
                <a:spcPct val="0"/>
              </a:spcAft>
              <a:buClr>
                <a:schemeClr val="tx2"/>
              </a:buClr>
              <a:buFont typeface="Wingdings" charset="0"/>
              <a:buChar char="o"/>
              <a:defRPr kumimoji="1" sz="2400">
                <a:solidFill>
                  <a:schemeClr val="tx1"/>
                </a:solidFill>
                <a:latin typeface="Arial" panose="020B0604020202020204" pitchFamily="34" charset="0"/>
                <a:ea typeface="+mn-ea"/>
                <a:cs typeface="Arial" panose="020B0604020202020204" pitchFamily="34" charset="0"/>
              </a:defRPr>
            </a:lvl1pPr>
            <a:lvl2pPr marL="908050" indent="-436563" algn="l" rtl="0" eaLnBrk="1" fontAlgn="base" hangingPunct="1">
              <a:spcBef>
                <a:spcPct val="20000"/>
              </a:spcBef>
              <a:spcAft>
                <a:spcPct val="0"/>
              </a:spcAft>
              <a:buClr>
                <a:schemeClr val="tx2"/>
              </a:buClr>
              <a:buFont typeface="Wingdings" charset="0"/>
              <a:buChar char="n"/>
              <a:defRPr kumimoji="1" sz="2000">
                <a:solidFill>
                  <a:schemeClr val="tx1"/>
                </a:solidFill>
                <a:latin typeface="Arial" panose="020B0604020202020204" pitchFamily="34" charset="0"/>
                <a:ea typeface="+mn-ea"/>
                <a:cs typeface="Arial" panose="020B0604020202020204" pitchFamily="34" charset="0"/>
              </a:defRPr>
            </a:lvl2pPr>
            <a:lvl3pPr marL="1304925" indent="-395288" algn="l" rtl="0" eaLnBrk="1" fontAlgn="base" hangingPunct="1">
              <a:spcBef>
                <a:spcPct val="20000"/>
              </a:spcBef>
              <a:spcAft>
                <a:spcPct val="0"/>
              </a:spcAft>
              <a:buClr>
                <a:schemeClr val="tx2"/>
              </a:buClr>
              <a:buFont typeface="Wingdings" panose="05000000000000000000" pitchFamily="2" charset="2"/>
              <a:buChar char="ü"/>
              <a:defRPr kumimoji="1">
                <a:solidFill>
                  <a:schemeClr val="tx1"/>
                </a:solidFill>
                <a:latin typeface="Arial" panose="020B0604020202020204" pitchFamily="34" charset="0"/>
                <a:ea typeface="+mn-ea"/>
                <a:cs typeface="Arial" panose="020B0604020202020204" pitchFamily="34" charset="0"/>
              </a:defRPr>
            </a:lvl3pPr>
            <a:lvl4pPr marL="1693863" indent="-387350" algn="l" rtl="0" eaLnBrk="1" fontAlgn="base" hangingPunct="1">
              <a:spcBef>
                <a:spcPct val="20000"/>
              </a:spcBef>
              <a:spcAft>
                <a:spcPct val="0"/>
              </a:spcAft>
              <a:buClr>
                <a:schemeClr val="tx2"/>
              </a:buClr>
              <a:buFont typeface="Wingdings" panose="05000000000000000000" pitchFamily="2" charset="2"/>
              <a:buChar char="Ø"/>
              <a:defRPr kumimoji="1" sz="1600">
                <a:solidFill>
                  <a:schemeClr val="tx1"/>
                </a:solidFill>
                <a:latin typeface="Arial" panose="020B0604020202020204" pitchFamily="34" charset="0"/>
                <a:ea typeface="+mn-ea"/>
                <a:cs typeface="Arial" panose="020B0604020202020204" pitchFamily="34" charset="0"/>
              </a:defRPr>
            </a:lvl4pPr>
            <a:lvl5pPr marL="2093913" indent="-398463" algn="l" rtl="0" eaLnBrk="1" fontAlgn="base" hangingPunct="1">
              <a:spcBef>
                <a:spcPct val="20000"/>
              </a:spcBef>
              <a:spcAft>
                <a:spcPct val="0"/>
              </a:spcAft>
              <a:buClr>
                <a:schemeClr val="tx2"/>
              </a:buClr>
              <a:buFont typeface="Wingdings" panose="05000000000000000000" pitchFamily="2" charset="2"/>
              <a:buChar char="l"/>
              <a:defRPr kumimoji="1" sz="1600">
                <a:solidFill>
                  <a:schemeClr val="tx1"/>
                </a:solidFill>
                <a:latin typeface="Arial" panose="020B0604020202020204" pitchFamily="34" charset="0"/>
                <a:ea typeface="+mn-ea"/>
                <a:cs typeface="Arial" panose="020B0604020202020204" pitchFamily="34" charset="0"/>
              </a:defRPr>
            </a:lvl5pPr>
            <a:lvl6pPr marL="2551113" indent="-398463" algn="l" rtl="0" eaLnBrk="1" fontAlgn="base" hangingPunct="1">
              <a:spcBef>
                <a:spcPct val="20000"/>
              </a:spcBef>
              <a:spcAft>
                <a:spcPct val="0"/>
              </a:spcAft>
              <a:buClr>
                <a:schemeClr val="accent2"/>
              </a:buClr>
              <a:buFont typeface="Wingdings" charset="0"/>
              <a:buChar char="§"/>
              <a:defRPr sz="1600">
                <a:solidFill>
                  <a:schemeClr val="tx1"/>
                </a:solidFill>
                <a:latin typeface="+mn-lt"/>
                <a:ea typeface="+mn-ea"/>
                <a:cs typeface="+mn-cs"/>
              </a:defRPr>
            </a:lvl6pPr>
            <a:lvl7pPr marL="3008313" indent="-398463" algn="l" rtl="0" eaLnBrk="1" fontAlgn="base" hangingPunct="1">
              <a:spcBef>
                <a:spcPct val="20000"/>
              </a:spcBef>
              <a:spcAft>
                <a:spcPct val="0"/>
              </a:spcAft>
              <a:buClr>
                <a:schemeClr val="accent2"/>
              </a:buClr>
              <a:buFont typeface="Wingdings" charset="0"/>
              <a:buChar char="§"/>
              <a:defRPr sz="1600">
                <a:solidFill>
                  <a:schemeClr val="tx1"/>
                </a:solidFill>
                <a:latin typeface="+mn-lt"/>
                <a:ea typeface="+mn-ea"/>
                <a:cs typeface="+mn-cs"/>
              </a:defRPr>
            </a:lvl7pPr>
            <a:lvl8pPr marL="3465513" indent="-398463" algn="l" rtl="0" eaLnBrk="1" fontAlgn="base" hangingPunct="1">
              <a:spcBef>
                <a:spcPct val="20000"/>
              </a:spcBef>
              <a:spcAft>
                <a:spcPct val="0"/>
              </a:spcAft>
              <a:buClr>
                <a:schemeClr val="accent2"/>
              </a:buClr>
              <a:buFont typeface="Wingdings" charset="0"/>
              <a:buChar char="§"/>
              <a:defRPr sz="1600">
                <a:solidFill>
                  <a:schemeClr val="tx1"/>
                </a:solidFill>
                <a:latin typeface="+mn-lt"/>
                <a:ea typeface="+mn-ea"/>
                <a:cs typeface="+mn-cs"/>
              </a:defRPr>
            </a:lvl8pPr>
            <a:lvl9pPr marL="3922713" indent="-398463" algn="l" rtl="0" eaLnBrk="1" fontAlgn="base" hangingPunct="1">
              <a:spcBef>
                <a:spcPct val="20000"/>
              </a:spcBef>
              <a:spcAft>
                <a:spcPct val="0"/>
              </a:spcAft>
              <a:buClr>
                <a:schemeClr val="accent2"/>
              </a:buClr>
              <a:buFont typeface="Wingdings" charset="0"/>
              <a:buChar char="§"/>
              <a:defRPr sz="1600">
                <a:solidFill>
                  <a:schemeClr val="tx1"/>
                </a:solidFill>
                <a:latin typeface="+mn-lt"/>
                <a:ea typeface="+mn-ea"/>
                <a:cs typeface="+mn-cs"/>
              </a:defRPr>
            </a:lvl9pPr>
          </a:lstStyle>
          <a:p>
            <a:endParaRPr lang="en-US" altLang="zh-CN" kern="0" dirty="0"/>
          </a:p>
        </p:txBody>
      </p:sp>
      <p:sp>
        <p:nvSpPr>
          <p:cNvPr id="2" name="标题 1"/>
          <p:cNvSpPr>
            <a:spLocks noGrp="1"/>
          </p:cNvSpPr>
          <p:nvPr>
            <p:ph type="title"/>
          </p:nvPr>
        </p:nvSpPr>
        <p:spPr/>
        <p:txBody>
          <a:bodyPr/>
          <a:lstStyle/>
          <a:p>
            <a:r>
              <a:rPr lang="en-US" altLang="zh-CN" dirty="0"/>
              <a:t>Chapter 5</a:t>
            </a:r>
            <a:endParaRPr lang="zh-CN" altLang="en-US" dirty="0"/>
          </a:p>
        </p:txBody>
      </p:sp>
      <p:sp>
        <p:nvSpPr>
          <p:cNvPr id="8" name="文本框 7">
            <a:extLst>
              <a:ext uri="{FF2B5EF4-FFF2-40B4-BE49-F238E27FC236}">
                <a16:creationId xmlns:a16="http://schemas.microsoft.com/office/drawing/2014/main" id="{17E28170-E2DB-4B70-87FB-A025B4A38F3E}"/>
              </a:ext>
            </a:extLst>
          </p:cNvPr>
          <p:cNvSpPr txBox="1"/>
          <p:nvPr/>
        </p:nvSpPr>
        <p:spPr>
          <a:xfrm>
            <a:off x="574675" y="1274563"/>
            <a:ext cx="10159999" cy="5709255"/>
          </a:xfrm>
          <a:prstGeom prst="rect">
            <a:avLst/>
          </a:prstGeom>
          <a:noFill/>
        </p:spPr>
        <p:txBody>
          <a:bodyPr wrap="square">
            <a:spAutoFit/>
          </a:bodyPr>
          <a:lstStyle/>
          <a:p>
            <a:pPr algn="l">
              <a:spcBef>
                <a:spcPts val="240"/>
              </a:spcBef>
            </a:pPr>
            <a:r>
              <a:rPr lang="en-US" altLang="zh-CN" sz="1400" b="1"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400" b="1"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补充</a:t>
            </a:r>
            <a:r>
              <a:rPr lang="en-US" altLang="zh-CN" sz="1400" b="1"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5.53]</a:t>
            </a:r>
            <a:r>
              <a:rPr lang="en-US" altLang="zh-CN" sz="14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以下关于</a:t>
            </a:r>
            <a:r>
              <a:rPr lang="en-US"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Cortex-M3/M4</a:t>
            </a:r>
            <a:r>
              <a:rPr lang="zh-CN"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堆栈说法正确的是（</a:t>
            </a:r>
            <a:r>
              <a:rPr lang="en-US"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C</a:t>
            </a:r>
            <a:r>
              <a:rPr lang="en-US" altLang="zh-CN" sz="1400"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buFont typeface="+mj-lt"/>
              <a:buAutoNum type="romanUcPeriod"/>
            </a:pPr>
            <a:r>
              <a:rPr lang="zh-CN"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只支持满递减类型的栈</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buFont typeface="+mj-lt"/>
              <a:buAutoNum type="romanUcPeriod"/>
            </a:pPr>
            <a:r>
              <a:rPr lang="zh-CN"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往栈内放置一个新的数据后，栈指针数值会增加</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buFont typeface="+mj-lt"/>
              <a:buAutoNum type="romanUcPeriod"/>
            </a:pPr>
            <a:r>
              <a:rPr lang="zh-CN"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具有双栈的结构，有</a:t>
            </a:r>
            <a:r>
              <a:rPr lang="en-US"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MSP</a:t>
            </a:r>
            <a:r>
              <a:rPr lang="zh-CN"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PSP</a:t>
            </a:r>
            <a:r>
              <a:rPr lang="zh-CN"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两个堆栈指针</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buFont typeface="+mj-lt"/>
              <a:buAutoNum type="romanUcPeriod"/>
            </a:pPr>
            <a:r>
              <a:rPr lang="zh-CN"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非特权线程模式只能使用</a:t>
            </a:r>
            <a:r>
              <a:rPr lang="en-US"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PSP</a:t>
            </a:r>
            <a:r>
              <a:rPr lang="zh-CN"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而不能使用</a:t>
            </a:r>
            <a:r>
              <a:rPr lang="en-US"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MSP</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buFont typeface="+mj-lt"/>
              <a:buAutoNum type="romanUcPeriod"/>
            </a:pPr>
            <a:r>
              <a:rPr lang="en-US"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MSP</a:t>
            </a:r>
            <a:r>
              <a:rPr lang="zh-CN"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的值在上电前就需要存储在片内的</a:t>
            </a:r>
            <a:r>
              <a:rPr lang="en-US"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Flash</a:t>
            </a:r>
            <a:r>
              <a:rPr lang="zh-CN"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中</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buFont typeface="+mj-lt"/>
              <a:buAutoNum type="romanUcPeriod"/>
            </a:pPr>
            <a:r>
              <a:rPr lang="en-US"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PSP</a:t>
            </a:r>
            <a:r>
              <a:rPr lang="zh-CN"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的值需要在初始化程序中进行设置</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buFont typeface="+mj-lt"/>
              <a:buAutoNum type="romanUcPeriod"/>
            </a:pPr>
            <a:r>
              <a:rPr lang="zh-CN"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栈空间只能放置在</a:t>
            </a:r>
            <a:r>
              <a:rPr lang="en-US"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4GB</a:t>
            </a:r>
            <a:r>
              <a:rPr lang="zh-CN"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空间的</a:t>
            </a:r>
            <a:r>
              <a:rPr lang="en-US"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SRAM</a:t>
            </a:r>
            <a:r>
              <a:rPr lang="zh-CN"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区</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buFont typeface="+mj-lt"/>
              <a:buAutoNum type="romanUcPeriod"/>
            </a:pPr>
            <a:r>
              <a:rPr lang="zh-CN"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按照</a:t>
            </a:r>
            <a:r>
              <a:rPr lang="en-US"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AAPCS</a:t>
            </a:r>
            <a:r>
              <a:rPr lang="zh-CN"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要求，栈需要双字对齐</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spcAft>
                <a:spcPts val="240"/>
              </a:spcAft>
              <a:buFont typeface="+mj-lt"/>
              <a:buAutoNum type="alphaUcParenR"/>
            </a:pP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I</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II</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III</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IV</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spcAft>
                <a:spcPts val="240"/>
              </a:spcAft>
              <a:buFont typeface="+mj-lt"/>
              <a:buAutoNum type="alphaUcParenR"/>
            </a:pP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II</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III</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IV</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V</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spcAft>
                <a:spcPts val="240"/>
              </a:spcAft>
              <a:buFont typeface="+mj-lt"/>
              <a:buAutoNum type="alphaUcParenR"/>
            </a:pP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III</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IV</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V</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VI</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spcAft>
                <a:spcPts val="240"/>
              </a:spcAft>
              <a:buFont typeface="+mj-lt"/>
              <a:buAutoNum type="alphaUcParenR"/>
            </a:pP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IV</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V</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VI</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VII</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spcAft>
                <a:spcPts val="240"/>
              </a:spcAft>
              <a:buFont typeface="+mj-lt"/>
              <a:buAutoNum type="alphaUcParenR"/>
            </a:pP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V</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VI</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VII</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VIII</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spcAft>
                <a:spcPts val="240"/>
              </a:spcAft>
              <a:buFont typeface="+mj-lt"/>
              <a:buAutoNum type="alphaUcParenR"/>
            </a:pP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以上选项均不正确</a:t>
            </a:r>
          </a:p>
          <a:p>
            <a:pPr algn="l">
              <a:spcBef>
                <a:spcPts val="620"/>
              </a:spcBef>
            </a:pP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buFont typeface="+mj-lt"/>
              <a:buAutoNum type="romanUcPeriod"/>
            </a:pPr>
            <a:r>
              <a:rPr lang="zh-CN"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只支持满递减类型的栈</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buFont typeface="+mj-lt"/>
              <a:buAutoNum type="romanUcPeriod"/>
            </a:pPr>
            <a:r>
              <a:rPr lang="zh-CN"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往栈内放置一个新的数据后，栈指针数值会递减</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buFont typeface="+mj-lt"/>
              <a:buAutoNum type="romanUcPeriod"/>
            </a:pPr>
            <a:r>
              <a:rPr lang="zh-CN"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具有双栈的结构，有</a:t>
            </a:r>
            <a:r>
              <a:rPr lang="en-US"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MSP</a:t>
            </a:r>
            <a:r>
              <a:rPr lang="zh-CN"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PSP</a:t>
            </a:r>
            <a:r>
              <a:rPr lang="zh-CN"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两个堆栈指针</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buFont typeface="+mj-lt"/>
              <a:buAutoNum type="romanUcPeriod"/>
            </a:pPr>
            <a:r>
              <a:rPr lang="zh-CN"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非特权线程模式只能使用</a:t>
            </a:r>
            <a:r>
              <a:rPr lang="en-US"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PSP</a:t>
            </a:r>
            <a:r>
              <a:rPr lang="zh-CN"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而不能使用</a:t>
            </a:r>
            <a:r>
              <a:rPr lang="en-US"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MSP</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buFont typeface="+mj-lt"/>
              <a:buAutoNum type="romanUcPeriod"/>
            </a:pPr>
            <a:r>
              <a:rPr lang="en-US"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MSP</a:t>
            </a:r>
            <a:r>
              <a:rPr lang="zh-CN"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的值在上电前就需要存储在片内的</a:t>
            </a:r>
            <a:r>
              <a:rPr lang="en-US"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Flash</a:t>
            </a:r>
            <a:r>
              <a:rPr lang="zh-CN"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中</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buFont typeface="+mj-lt"/>
              <a:buAutoNum type="romanUcPeriod"/>
            </a:pPr>
            <a:r>
              <a:rPr lang="en-US"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PSP</a:t>
            </a:r>
            <a:r>
              <a:rPr lang="zh-CN"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的值需要在初始化程序中进行设置</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buFont typeface="+mj-lt"/>
              <a:buAutoNum type="romanUcPeriod"/>
            </a:pPr>
            <a:r>
              <a:rPr lang="zh-CN"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栈空间可以放置在</a:t>
            </a:r>
            <a:r>
              <a:rPr lang="en-US"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4GB</a:t>
            </a:r>
            <a:r>
              <a:rPr lang="zh-CN"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空间的</a:t>
            </a:r>
            <a:r>
              <a:rPr lang="en-US"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SRAM</a:t>
            </a:r>
            <a:r>
              <a:rPr lang="zh-CN"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区的</a:t>
            </a:r>
            <a:r>
              <a:rPr lang="en-US"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SRAM</a:t>
            </a:r>
            <a:r>
              <a:rPr lang="zh-CN"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或者</a:t>
            </a:r>
            <a:r>
              <a:rPr lang="en-US"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CODE</a:t>
            </a:r>
            <a:r>
              <a:rPr lang="zh-CN"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区的</a:t>
            </a:r>
            <a:r>
              <a:rPr lang="en-US"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SRAM</a:t>
            </a:r>
            <a:r>
              <a:rPr lang="zh-CN"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中</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buFont typeface="+mj-lt"/>
              <a:buAutoNum type="romanUcPeriod"/>
            </a:pPr>
            <a:r>
              <a:rPr lang="zh-CN"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按照</a:t>
            </a:r>
            <a:r>
              <a:rPr lang="en-US"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AAPCS</a:t>
            </a:r>
            <a:r>
              <a:rPr lang="zh-CN"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要求，栈需要双字对齐</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848258570"/>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98AE7A3F-3F03-BFE9-A554-057137DCB9E8}"/>
              </a:ext>
            </a:extLst>
          </p:cNvPr>
          <p:cNvSpPr txBox="1">
            <a:spLocks/>
          </p:cNvSpPr>
          <p:nvPr/>
        </p:nvSpPr>
        <p:spPr bwMode="auto">
          <a:xfrm>
            <a:off x="574675" y="1645548"/>
            <a:ext cx="8488643" cy="4967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xmlns:a14="http://schemas.microsoft.com/office/drawing/2010/main" xmlns:mc="http://schemas.openxmlformats.org/markup-compatibility/2006" val="1"/>
            </a:ext>
          </a:extLst>
        </p:spPr>
        <p:txBody>
          <a:bodyPr vert="horz" wrap="square" lIns="91440" tIns="45720" rIns="91440" bIns="45720" numCol="1" anchor="t" anchorCtr="0" compatLnSpc="1">
            <a:prstTxWarp prst="textNoShape">
              <a:avLst/>
            </a:prstTxWarp>
          </a:bodyPr>
          <a:lstStyle>
            <a:lvl1pPr marL="469900" indent="-469900" algn="l" rtl="0" eaLnBrk="1" fontAlgn="base" hangingPunct="1">
              <a:spcBef>
                <a:spcPct val="20000"/>
              </a:spcBef>
              <a:spcAft>
                <a:spcPct val="0"/>
              </a:spcAft>
              <a:buClr>
                <a:schemeClr val="tx2"/>
              </a:buClr>
              <a:buFont typeface="Wingdings" charset="0"/>
              <a:buChar char="o"/>
              <a:defRPr kumimoji="1" sz="2400">
                <a:solidFill>
                  <a:schemeClr val="tx1"/>
                </a:solidFill>
                <a:latin typeface="Arial" panose="020B0604020202020204" pitchFamily="34" charset="0"/>
                <a:ea typeface="+mn-ea"/>
                <a:cs typeface="Arial" panose="020B0604020202020204" pitchFamily="34" charset="0"/>
              </a:defRPr>
            </a:lvl1pPr>
            <a:lvl2pPr marL="908050" indent="-436563" algn="l" rtl="0" eaLnBrk="1" fontAlgn="base" hangingPunct="1">
              <a:spcBef>
                <a:spcPct val="20000"/>
              </a:spcBef>
              <a:spcAft>
                <a:spcPct val="0"/>
              </a:spcAft>
              <a:buClr>
                <a:schemeClr val="tx2"/>
              </a:buClr>
              <a:buFont typeface="Wingdings" charset="0"/>
              <a:buChar char="n"/>
              <a:defRPr kumimoji="1" sz="2000">
                <a:solidFill>
                  <a:schemeClr val="tx1"/>
                </a:solidFill>
                <a:latin typeface="Arial" panose="020B0604020202020204" pitchFamily="34" charset="0"/>
                <a:ea typeface="+mn-ea"/>
                <a:cs typeface="Arial" panose="020B0604020202020204" pitchFamily="34" charset="0"/>
              </a:defRPr>
            </a:lvl2pPr>
            <a:lvl3pPr marL="1304925" indent="-395288" algn="l" rtl="0" eaLnBrk="1" fontAlgn="base" hangingPunct="1">
              <a:spcBef>
                <a:spcPct val="20000"/>
              </a:spcBef>
              <a:spcAft>
                <a:spcPct val="0"/>
              </a:spcAft>
              <a:buClr>
                <a:schemeClr val="tx2"/>
              </a:buClr>
              <a:buFont typeface="Wingdings" panose="05000000000000000000" pitchFamily="2" charset="2"/>
              <a:buChar char="ü"/>
              <a:defRPr kumimoji="1">
                <a:solidFill>
                  <a:schemeClr val="tx1"/>
                </a:solidFill>
                <a:latin typeface="Arial" panose="020B0604020202020204" pitchFamily="34" charset="0"/>
                <a:ea typeface="+mn-ea"/>
                <a:cs typeface="Arial" panose="020B0604020202020204" pitchFamily="34" charset="0"/>
              </a:defRPr>
            </a:lvl3pPr>
            <a:lvl4pPr marL="1693863" indent="-387350" algn="l" rtl="0" eaLnBrk="1" fontAlgn="base" hangingPunct="1">
              <a:spcBef>
                <a:spcPct val="20000"/>
              </a:spcBef>
              <a:spcAft>
                <a:spcPct val="0"/>
              </a:spcAft>
              <a:buClr>
                <a:schemeClr val="tx2"/>
              </a:buClr>
              <a:buFont typeface="Wingdings" panose="05000000000000000000" pitchFamily="2" charset="2"/>
              <a:buChar char="Ø"/>
              <a:defRPr kumimoji="1" sz="1600">
                <a:solidFill>
                  <a:schemeClr val="tx1"/>
                </a:solidFill>
                <a:latin typeface="Arial" panose="020B0604020202020204" pitchFamily="34" charset="0"/>
                <a:ea typeface="+mn-ea"/>
                <a:cs typeface="Arial" panose="020B0604020202020204" pitchFamily="34" charset="0"/>
              </a:defRPr>
            </a:lvl4pPr>
            <a:lvl5pPr marL="2093913" indent="-398463" algn="l" rtl="0" eaLnBrk="1" fontAlgn="base" hangingPunct="1">
              <a:spcBef>
                <a:spcPct val="20000"/>
              </a:spcBef>
              <a:spcAft>
                <a:spcPct val="0"/>
              </a:spcAft>
              <a:buClr>
                <a:schemeClr val="tx2"/>
              </a:buClr>
              <a:buFont typeface="Wingdings" panose="05000000000000000000" pitchFamily="2" charset="2"/>
              <a:buChar char="l"/>
              <a:defRPr kumimoji="1" sz="1600">
                <a:solidFill>
                  <a:schemeClr val="tx1"/>
                </a:solidFill>
                <a:latin typeface="Arial" panose="020B0604020202020204" pitchFamily="34" charset="0"/>
                <a:ea typeface="+mn-ea"/>
                <a:cs typeface="Arial" panose="020B0604020202020204" pitchFamily="34" charset="0"/>
              </a:defRPr>
            </a:lvl5pPr>
            <a:lvl6pPr marL="2551113" indent="-398463" algn="l" rtl="0" eaLnBrk="1" fontAlgn="base" hangingPunct="1">
              <a:spcBef>
                <a:spcPct val="20000"/>
              </a:spcBef>
              <a:spcAft>
                <a:spcPct val="0"/>
              </a:spcAft>
              <a:buClr>
                <a:schemeClr val="accent2"/>
              </a:buClr>
              <a:buFont typeface="Wingdings" charset="0"/>
              <a:buChar char="§"/>
              <a:defRPr sz="1600">
                <a:solidFill>
                  <a:schemeClr val="tx1"/>
                </a:solidFill>
                <a:latin typeface="+mn-lt"/>
                <a:ea typeface="+mn-ea"/>
                <a:cs typeface="+mn-cs"/>
              </a:defRPr>
            </a:lvl6pPr>
            <a:lvl7pPr marL="3008313" indent="-398463" algn="l" rtl="0" eaLnBrk="1" fontAlgn="base" hangingPunct="1">
              <a:spcBef>
                <a:spcPct val="20000"/>
              </a:spcBef>
              <a:spcAft>
                <a:spcPct val="0"/>
              </a:spcAft>
              <a:buClr>
                <a:schemeClr val="accent2"/>
              </a:buClr>
              <a:buFont typeface="Wingdings" charset="0"/>
              <a:buChar char="§"/>
              <a:defRPr sz="1600">
                <a:solidFill>
                  <a:schemeClr val="tx1"/>
                </a:solidFill>
                <a:latin typeface="+mn-lt"/>
                <a:ea typeface="+mn-ea"/>
                <a:cs typeface="+mn-cs"/>
              </a:defRPr>
            </a:lvl7pPr>
            <a:lvl8pPr marL="3465513" indent="-398463" algn="l" rtl="0" eaLnBrk="1" fontAlgn="base" hangingPunct="1">
              <a:spcBef>
                <a:spcPct val="20000"/>
              </a:spcBef>
              <a:spcAft>
                <a:spcPct val="0"/>
              </a:spcAft>
              <a:buClr>
                <a:schemeClr val="accent2"/>
              </a:buClr>
              <a:buFont typeface="Wingdings" charset="0"/>
              <a:buChar char="§"/>
              <a:defRPr sz="1600">
                <a:solidFill>
                  <a:schemeClr val="tx1"/>
                </a:solidFill>
                <a:latin typeface="+mn-lt"/>
                <a:ea typeface="+mn-ea"/>
                <a:cs typeface="+mn-cs"/>
              </a:defRPr>
            </a:lvl8pPr>
            <a:lvl9pPr marL="3922713" indent="-398463" algn="l" rtl="0" eaLnBrk="1" fontAlgn="base" hangingPunct="1">
              <a:spcBef>
                <a:spcPct val="20000"/>
              </a:spcBef>
              <a:spcAft>
                <a:spcPct val="0"/>
              </a:spcAft>
              <a:buClr>
                <a:schemeClr val="accent2"/>
              </a:buClr>
              <a:buFont typeface="Wingdings" charset="0"/>
              <a:buChar char="§"/>
              <a:defRPr sz="1600">
                <a:solidFill>
                  <a:schemeClr val="tx1"/>
                </a:solidFill>
                <a:latin typeface="+mn-lt"/>
                <a:ea typeface="+mn-ea"/>
                <a:cs typeface="+mn-cs"/>
              </a:defRPr>
            </a:lvl9pPr>
          </a:lstStyle>
          <a:p>
            <a:endParaRPr lang="en-US" altLang="zh-CN" kern="0" dirty="0"/>
          </a:p>
        </p:txBody>
      </p:sp>
      <p:sp>
        <p:nvSpPr>
          <p:cNvPr id="2" name="标题 1"/>
          <p:cNvSpPr>
            <a:spLocks noGrp="1"/>
          </p:cNvSpPr>
          <p:nvPr>
            <p:ph type="title"/>
          </p:nvPr>
        </p:nvSpPr>
        <p:spPr/>
        <p:txBody>
          <a:bodyPr/>
          <a:lstStyle/>
          <a:p>
            <a:r>
              <a:rPr lang="en-US" altLang="zh-CN" dirty="0"/>
              <a:t>Chapter 5</a:t>
            </a:r>
            <a:endParaRPr lang="zh-CN" altLang="en-US" dirty="0"/>
          </a:p>
        </p:txBody>
      </p:sp>
      <p:sp>
        <p:nvSpPr>
          <p:cNvPr id="7" name="文本框 6">
            <a:extLst>
              <a:ext uri="{FF2B5EF4-FFF2-40B4-BE49-F238E27FC236}">
                <a16:creationId xmlns:a16="http://schemas.microsoft.com/office/drawing/2014/main" id="{2F98930D-6119-424D-B906-A0B96AB7B833}"/>
              </a:ext>
            </a:extLst>
          </p:cNvPr>
          <p:cNvSpPr txBox="1"/>
          <p:nvPr/>
        </p:nvSpPr>
        <p:spPr>
          <a:xfrm>
            <a:off x="574675" y="1200041"/>
            <a:ext cx="8162925" cy="5657959"/>
          </a:xfrm>
          <a:prstGeom prst="rect">
            <a:avLst/>
          </a:prstGeom>
          <a:noFill/>
        </p:spPr>
        <p:txBody>
          <a:bodyPr wrap="square">
            <a:spAutoFit/>
          </a:bodyPr>
          <a:lstStyle/>
          <a:p>
            <a:pPr algn="l">
              <a:spcBef>
                <a:spcPts val="240"/>
              </a:spcBef>
            </a:pPr>
            <a:r>
              <a:rPr lang="en-US" altLang="zh-CN" sz="1400" b="1"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400" b="1"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补充</a:t>
            </a:r>
            <a:r>
              <a:rPr lang="en-US" altLang="zh-CN" sz="1400" b="1"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5.54]</a:t>
            </a:r>
            <a:r>
              <a:rPr lang="en-US" altLang="zh-CN" sz="14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以下关于</a:t>
            </a:r>
            <a:r>
              <a:rPr lang="en-US"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Cortex-M3/M4</a:t>
            </a:r>
            <a:r>
              <a:rPr lang="zh-CN"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存储器子系统说法正确的是（</a:t>
            </a:r>
            <a:r>
              <a:rPr lang="en-US"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4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F</a:t>
            </a:r>
            <a:r>
              <a:rPr lang="en-US"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buFont typeface="+mj-lt"/>
              <a:buAutoNum type="romanUcPeriod"/>
            </a:pPr>
            <a:r>
              <a:rPr lang="en-US"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4GB</a:t>
            </a:r>
            <a:r>
              <a:rPr lang="zh-CN"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的存储器映射关系是固定不变的</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buFont typeface="+mj-lt"/>
              <a:buAutoNum type="romanUcPeriod"/>
            </a:pPr>
            <a:r>
              <a:rPr lang="zh-CN"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既可以配置为大端模式，也可以配置为小端模式</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buFont typeface="+mj-lt"/>
              <a:buAutoNum type="romanUcPeriod"/>
            </a:pPr>
            <a:r>
              <a:rPr lang="zh-CN"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所有</a:t>
            </a:r>
            <a:r>
              <a:rPr lang="en-US"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Cortex-M3/M4</a:t>
            </a:r>
            <a:r>
              <a:rPr lang="zh-CN"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的存储器访问指令都支持非对齐的数据传输</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buFont typeface="+mj-lt"/>
              <a:buAutoNum type="romanUcPeriod"/>
            </a:pPr>
            <a:r>
              <a:rPr lang="en-US"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4GB</a:t>
            </a:r>
            <a:r>
              <a:rPr lang="zh-CN"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空间所有区域均可以采用位段（</a:t>
            </a:r>
            <a:r>
              <a:rPr lang="en-US"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Bit-Band</a:t>
            </a:r>
            <a:r>
              <a:rPr lang="zh-CN"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）操作方式来访问</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buFont typeface="+mj-lt"/>
              <a:buAutoNum type="romanUcPeriod"/>
            </a:pPr>
            <a:r>
              <a:rPr lang="zh-CN"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位段操作能保障“读</a:t>
            </a:r>
            <a:r>
              <a:rPr lang="en-US"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zh-CN"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修改</a:t>
            </a:r>
            <a:r>
              <a:rPr lang="en-US"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zh-CN"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写”的流程不被其他操作打断</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buFont typeface="+mj-lt"/>
              <a:buAutoNum type="romanUcPeriod"/>
            </a:pPr>
            <a:r>
              <a:rPr lang="zh-CN"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处理器读存储器时，存储器系统会检查所访问区域的存储器访问属性</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buFont typeface="+mj-lt"/>
              <a:buAutoNum type="romanUcPeriod"/>
            </a:pPr>
            <a:r>
              <a:rPr lang="zh-CN"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非特权线程访问</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内核私有区域可能会</a:t>
            </a:r>
            <a:r>
              <a:rPr lang="zh-CN"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触发</a:t>
            </a:r>
            <a:r>
              <a:rPr lang="en-US" altLang="zh-CN" sz="1400" kern="10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MemManage</a:t>
            </a:r>
            <a:r>
              <a:rPr lang="en-US"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Fault</a:t>
            </a:r>
            <a:r>
              <a:rPr lang="zh-CN"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异常</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buFont typeface="+mj-lt"/>
              <a:buAutoNum type="romanUcPeriod"/>
            </a:pPr>
            <a:r>
              <a:rPr lang="zh-CN" altLang="zh-CN" sz="14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处理器不会改变代码的执行顺序，因而不需要存储器屏障指令</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spcAft>
                <a:spcPts val="240"/>
              </a:spcAft>
              <a:buFont typeface="+mj-lt"/>
              <a:buAutoNum type="alphaUcParenR"/>
            </a:pP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I</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II</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III</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IV</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spcAft>
                <a:spcPts val="240"/>
              </a:spcAft>
              <a:buFont typeface="+mj-lt"/>
              <a:buAutoNum type="alphaUcParenR"/>
            </a:pP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II</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III</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IV</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V</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spcAft>
                <a:spcPts val="240"/>
              </a:spcAft>
              <a:buFont typeface="+mj-lt"/>
              <a:buAutoNum type="alphaUcParenR"/>
            </a:pP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III</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IV</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V</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VI</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spcAft>
                <a:spcPts val="240"/>
              </a:spcAft>
              <a:buFont typeface="+mj-lt"/>
              <a:buAutoNum type="alphaUcParenR"/>
            </a:pP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IV</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V</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VI</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VII</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spcAft>
                <a:spcPts val="240"/>
              </a:spcAft>
              <a:buFont typeface="+mj-lt"/>
              <a:buAutoNum type="alphaUcParenR"/>
            </a:pP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V</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VI</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VII</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VIII</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spcAft>
                <a:spcPts val="240"/>
              </a:spcAft>
              <a:buFont typeface="+mj-lt"/>
              <a:buAutoNum type="alphaUcParenR"/>
            </a:pPr>
            <a:r>
              <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A~E</a:t>
            </a:r>
            <a:r>
              <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rPr>
              <a:t>均不满足题意</a:t>
            </a:r>
            <a:endParaRPr lang="en-US"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spcAft>
                <a:spcPts val="240"/>
              </a:spcAft>
              <a:buFont typeface="+mj-lt"/>
              <a:buAutoNum type="alphaUcParenR"/>
            </a:pP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buFont typeface="+mj-lt"/>
              <a:buAutoNum type="romanUcPeriod"/>
            </a:pPr>
            <a:r>
              <a:rPr lang="en-US"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4GB</a:t>
            </a:r>
            <a:r>
              <a:rPr lang="zh-CN"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的存储器映射关系是固定不变的</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buFont typeface="+mj-lt"/>
              <a:buAutoNum type="romanUcPeriod"/>
            </a:pPr>
            <a:r>
              <a:rPr lang="zh-CN"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既可以配置为大端模式，也可以配置为小端模式</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buFont typeface="+mj-lt"/>
              <a:buAutoNum type="romanUcPeriod"/>
            </a:pPr>
            <a:r>
              <a:rPr lang="zh-CN"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并非所有</a:t>
            </a:r>
            <a:r>
              <a:rPr lang="en-US"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Cortex-M3/M4</a:t>
            </a:r>
            <a:r>
              <a:rPr lang="zh-CN"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的存储器访问指令都支持非对齐的数据传输</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buFont typeface="+mj-lt"/>
              <a:buAutoNum type="romanUcPeriod"/>
            </a:pPr>
            <a:r>
              <a:rPr lang="en-US"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4GB</a:t>
            </a:r>
            <a:r>
              <a:rPr lang="zh-CN"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空间中特定的区域可以采用位段（</a:t>
            </a:r>
            <a:r>
              <a:rPr lang="en-US"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Bit-Band</a:t>
            </a:r>
            <a:r>
              <a:rPr lang="zh-CN"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）操作方式来访问</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buFont typeface="+mj-lt"/>
              <a:buAutoNum type="romanUcPeriod"/>
            </a:pPr>
            <a:r>
              <a:rPr lang="zh-CN"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位段操作能保障“读</a:t>
            </a:r>
            <a:r>
              <a:rPr lang="en-US"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zh-CN"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修改</a:t>
            </a:r>
            <a:r>
              <a:rPr lang="en-US"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zh-CN"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写”的流程不被其他操作打断</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buFont typeface="+mj-lt"/>
              <a:buAutoNum type="romanUcPeriod"/>
            </a:pPr>
            <a:r>
              <a:rPr lang="zh-CN"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处理器读存储器时，存储器系统会检查所访问区域的存储器访问属性</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buFont typeface="+mj-lt"/>
              <a:buAutoNum type="romanUcPeriod"/>
            </a:pPr>
            <a:r>
              <a:rPr lang="zh-CN"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非特权线程访问内核私有区域可能会触发</a:t>
            </a:r>
            <a:r>
              <a:rPr lang="en-US" altLang="zh-CN" sz="1400" kern="100" dirty="0" err="1">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MemManage</a:t>
            </a:r>
            <a:r>
              <a:rPr lang="en-US"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 Fault</a:t>
            </a:r>
            <a:r>
              <a:rPr lang="zh-CN"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异常</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l">
              <a:buFont typeface="+mj-lt"/>
              <a:buAutoNum type="romanUcPeriod"/>
            </a:pPr>
            <a:r>
              <a:rPr lang="zh-CN" altLang="zh-CN" sz="1400" kern="100" dirty="0">
                <a:solidFill>
                  <a:srgbClr val="0070C0"/>
                </a:solidFill>
                <a:effectLst/>
                <a:latin typeface="Times New Roman" panose="02020603050405020304" pitchFamily="18" charset="0"/>
                <a:ea typeface="宋体" panose="02010600030101010101" pitchFamily="2" charset="-122"/>
                <a:cs typeface="Times New Roman" panose="02020603050405020304" pitchFamily="18" charset="0"/>
              </a:rPr>
              <a:t>处理器不会改变代码的执行顺序，但指令中的存储器访问操作完成的时间不一定和指令的顺序一致，仍可能用到存储器屏障指令</a:t>
            </a:r>
            <a:endParaRPr lang="zh-CN" altLang="zh-CN" sz="14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668879000"/>
      </p:ext>
    </p:extLst>
  </p:cSld>
  <p:clrMapOvr>
    <a:masterClrMapping/>
  </p:clrMapOvr>
  <p:transition/>
</p:sld>
</file>

<file path=ppt/theme/theme1.xml><?xml version="1.0" encoding="utf-8"?>
<a:theme xmlns:a="http://schemas.openxmlformats.org/drawingml/2006/main" name="USTC-DeepBlue">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rofile">
      <a:majorFont>
        <a:latin typeface="Times New Roman"/>
        <a:ea typeface="黑体"/>
        <a:cs typeface="黑体"/>
      </a:majorFont>
      <a:minorFont>
        <a:latin typeface="Times New Roman"/>
        <a:ea typeface="黑体"/>
        <a:cs typeface="黑体"/>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
            <a:schemeClr val="accent2"/>
          </a:buClr>
          <a:buSzTx/>
          <a:buFont typeface="Wingdings" charset="0"/>
          <a:buChar char="•"/>
          <a:tabLst/>
          <a:defRPr kumimoji="0" sz="1800" b="0" i="0" u="none" strike="noStrike" cap="none" normalizeH="0" baseline="0">
            <a:ln>
              <a:noFill/>
            </a:ln>
            <a:solidFill>
              <a:schemeClr val="tx1"/>
            </a:solidFill>
            <a:effectLst/>
            <a:latin typeface="Times New Roman" charset="0"/>
            <a:ea typeface="黑体" charset="0"/>
            <a:cs typeface="黑体"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
            <a:schemeClr val="accent2"/>
          </a:buClr>
          <a:buSzTx/>
          <a:buFont typeface="Wingdings" charset="0"/>
          <a:buChar char="•"/>
          <a:tabLst/>
          <a:defRPr kumimoji="0" lang="zh-CN" altLang="en-US" sz="1800" b="0" i="0" u="none" strike="noStrike" cap="none" normalizeH="0" baseline="0">
            <a:ln>
              <a:noFill/>
            </a:ln>
            <a:solidFill>
              <a:schemeClr val="tx1"/>
            </a:solidFill>
            <a:effectLst/>
            <a:latin typeface="Times New Roman" charset="0"/>
            <a:ea typeface="黑体" charset="0"/>
            <a:cs typeface="黑体" charset="0"/>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USTC-DeepBlue" id="{A61F68F3-0E6C-4EA4-B1E6-29A833CD64A8}" vid="{8102A5DC-8C51-49D5-B17E-FF8AB6D12D3C}"/>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USTC-DeepBlue</Template>
  <TotalTime>17555</TotalTime>
  <Words>2223</Words>
  <Application>Microsoft Office PowerPoint</Application>
  <PresentationFormat>全屏显示(4:3)</PresentationFormat>
  <Paragraphs>201</Paragraphs>
  <Slides>14</Slides>
  <Notes>14</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14</vt:i4>
      </vt:variant>
    </vt:vector>
  </HeadingPairs>
  <TitlesOfParts>
    <vt:vector size="20" baseType="lpstr">
      <vt:lpstr>Arial</vt:lpstr>
      <vt:lpstr>Calibri</vt:lpstr>
      <vt:lpstr>Times New Roman</vt:lpstr>
      <vt:lpstr>Verdana</vt:lpstr>
      <vt:lpstr>Wingdings</vt:lpstr>
      <vt:lpstr>USTC-DeepBlue</vt:lpstr>
      <vt:lpstr>计嵌 习题课  Chapter 5</vt:lpstr>
      <vt:lpstr>Chapter 5</vt:lpstr>
      <vt:lpstr>Chapter 5</vt:lpstr>
      <vt:lpstr>Chapter 5</vt:lpstr>
      <vt:lpstr>Chapter 5</vt:lpstr>
      <vt:lpstr>Chapter 5</vt:lpstr>
      <vt:lpstr>Chapter 5</vt:lpstr>
      <vt:lpstr>Chapter 5</vt:lpstr>
      <vt:lpstr>Chapter 5</vt:lpstr>
      <vt:lpstr>Chapter 5</vt:lpstr>
      <vt:lpstr>Chapter 5</vt:lpstr>
      <vt:lpstr>Chapter 5</vt:lpstr>
      <vt:lpstr>Chapter 5</vt:lpstr>
      <vt:lpstr>Chapter 5</vt:lpstr>
    </vt:vector>
  </TitlesOfParts>
  <Company>USTC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 XT</dc:creator>
  <cp:lastModifiedBy>范昊源</cp:lastModifiedBy>
  <cp:revision>3862</cp:revision>
  <dcterms:created xsi:type="dcterms:W3CDTF">2018-08-05T08:04:54Z</dcterms:created>
  <dcterms:modified xsi:type="dcterms:W3CDTF">2025-06-06T06:23:54Z</dcterms:modified>
</cp:coreProperties>
</file>